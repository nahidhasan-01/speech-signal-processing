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63" r:id="rId11"/>
    <p:sldId id="264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706"/>
  </p:normalViewPr>
  <p:slideViewPr>
    <p:cSldViewPr snapToGrid="0" snapToObjects="1">
      <p:cViewPr varScale="1">
        <p:scale>
          <a:sx n="105" d="100"/>
          <a:sy n="105" d="100"/>
        </p:scale>
        <p:origin x="194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B97A84-9D51-4A8E-847D-BEE7E2FC89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30031A2C-A9AD-4229-BA14-5E3E936D471A}">
      <dgm:prSet/>
      <dgm:spPr/>
      <dgm:t>
        <a:bodyPr/>
        <a:lstStyle/>
        <a:p>
          <a:r>
            <a:rPr lang="en-US"/>
            <a:t>Project Overview:</a:t>
          </a:r>
        </a:p>
      </dgm:t>
    </dgm:pt>
    <dgm:pt modelId="{DEC17DBB-5276-4B90-AC5F-4C3685CFD6F5}" type="parTrans" cxnId="{56B7C822-072C-4A60-B1F9-65328FAF26B2}">
      <dgm:prSet/>
      <dgm:spPr/>
      <dgm:t>
        <a:bodyPr/>
        <a:lstStyle/>
        <a:p>
          <a:endParaRPr lang="en-US"/>
        </a:p>
      </dgm:t>
    </dgm:pt>
    <dgm:pt modelId="{2D3D68EB-B453-4ED7-A729-398A311CF4DC}" type="sibTrans" cxnId="{56B7C822-072C-4A60-B1F9-65328FAF26B2}">
      <dgm:prSet/>
      <dgm:spPr/>
      <dgm:t>
        <a:bodyPr/>
        <a:lstStyle/>
        <a:p>
          <a:endParaRPr lang="en-US"/>
        </a:p>
      </dgm:t>
    </dgm:pt>
    <dgm:pt modelId="{A11A8D12-90FA-4EF2-B8B0-8EAEA25060CC}">
      <dgm:prSet/>
      <dgm:spPr/>
      <dgm:t>
        <a:bodyPr/>
        <a:lstStyle/>
        <a:p>
          <a:r>
            <a:rPr lang="en-US"/>
            <a:t>• Analyze a recorded speech signal with added noise.</a:t>
          </a:r>
        </a:p>
      </dgm:t>
    </dgm:pt>
    <dgm:pt modelId="{178DDBD6-5E2A-461D-AEFB-435EE067CEB9}" type="parTrans" cxnId="{74843AA2-6F6C-465B-BCCA-A4CB9CDE4627}">
      <dgm:prSet/>
      <dgm:spPr/>
      <dgm:t>
        <a:bodyPr/>
        <a:lstStyle/>
        <a:p>
          <a:endParaRPr lang="en-US"/>
        </a:p>
      </dgm:t>
    </dgm:pt>
    <dgm:pt modelId="{190AC0C4-0D25-420D-917C-5C323D142E5D}" type="sibTrans" cxnId="{74843AA2-6F6C-465B-BCCA-A4CB9CDE4627}">
      <dgm:prSet/>
      <dgm:spPr/>
      <dgm:t>
        <a:bodyPr/>
        <a:lstStyle/>
        <a:p>
          <a:endParaRPr lang="en-US"/>
        </a:p>
      </dgm:t>
    </dgm:pt>
    <dgm:pt modelId="{6FCE47D7-5548-47EA-A5D5-5817748EB0FA}">
      <dgm:prSet/>
      <dgm:spPr/>
      <dgm:t>
        <a:bodyPr/>
        <a:lstStyle/>
        <a:p>
          <a:r>
            <a:rPr lang="en-US"/>
            <a:t>• Apply DSP techniques: band-pass filtering, compression, normalization, amplification, and final low-pass filtering.</a:t>
          </a:r>
        </a:p>
      </dgm:t>
    </dgm:pt>
    <dgm:pt modelId="{F3EED1FD-F259-4F45-A530-6DBF06600AE4}" type="parTrans" cxnId="{789E0E7A-9381-4848-92C1-6BEA588D8AF9}">
      <dgm:prSet/>
      <dgm:spPr/>
      <dgm:t>
        <a:bodyPr/>
        <a:lstStyle/>
        <a:p>
          <a:endParaRPr lang="en-US"/>
        </a:p>
      </dgm:t>
    </dgm:pt>
    <dgm:pt modelId="{3FC89F9D-8BCA-4D33-9B63-DE2ED3C5E2A3}" type="sibTrans" cxnId="{789E0E7A-9381-4848-92C1-6BEA588D8AF9}">
      <dgm:prSet/>
      <dgm:spPr/>
      <dgm:t>
        <a:bodyPr/>
        <a:lstStyle/>
        <a:p>
          <a:endParaRPr lang="en-US"/>
        </a:p>
      </dgm:t>
    </dgm:pt>
    <dgm:pt modelId="{0A9D0FE9-B3EF-4E27-B633-CF0588752109}">
      <dgm:prSet/>
      <dgm:spPr/>
      <dgm:t>
        <a:bodyPr/>
        <a:lstStyle/>
        <a:p>
          <a:r>
            <a:rPr lang="en-US"/>
            <a:t>• Evaluate results in time and frequency domains, and through spectrograms.</a:t>
          </a:r>
        </a:p>
      </dgm:t>
    </dgm:pt>
    <dgm:pt modelId="{134925CE-B47F-451C-BF61-E20C0006C13F}" type="parTrans" cxnId="{730F86AD-76FF-4F2D-8994-D35855525079}">
      <dgm:prSet/>
      <dgm:spPr/>
      <dgm:t>
        <a:bodyPr/>
        <a:lstStyle/>
        <a:p>
          <a:endParaRPr lang="en-US"/>
        </a:p>
      </dgm:t>
    </dgm:pt>
    <dgm:pt modelId="{8C86B245-CAC1-4764-9748-2769A4D7E7C3}" type="sibTrans" cxnId="{730F86AD-76FF-4F2D-8994-D35855525079}">
      <dgm:prSet/>
      <dgm:spPr/>
      <dgm:t>
        <a:bodyPr/>
        <a:lstStyle/>
        <a:p>
          <a:endParaRPr lang="en-US"/>
        </a:p>
      </dgm:t>
    </dgm:pt>
    <dgm:pt modelId="{B9D3BF38-D2E6-45BE-9D4D-32341C5B5730}" type="pres">
      <dgm:prSet presAssocID="{B0B97A84-9D51-4A8E-847D-BEE7E2FC897F}" presName="root" presStyleCnt="0">
        <dgm:presLayoutVars>
          <dgm:dir/>
          <dgm:resizeHandles val="exact"/>
        </dgm:presLayoutVars>
      </dgm:prSet>
      <dgm:spPr/>
    </dgm:pt>
    <dgm:pt modelId="{92730AEA-A2B7-4554-89ED-3D245F1C2207}" type="pres">
      <dgm:prSet presAssocID="{30031A2C-A9AD-4229-BA14-5E3E936D471A}" presName="compNode" presStyleCnt="0"/>
      <dgm:spPr/>
    </dgm:pt>
    <dgm:pt modelId="{3EEF786E-4C28-42F9-80AC-B32C97423F99}" type="pres">
      <dgm:prSet presAssocID="{30031A2C-A9AD-4229-BA14-5E3E936D471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E2C24B2C-70E2-4F14-B07C-AFA87728771C}" type="pres">
      <dgm:prSet presAssocID="{30031A2C-A9AD-4229-BA14-5E3E936D471A}" presName="spaceRect" presStyleCnt="0"/>
      <dgm:spPr/>
    </dgm:pt>
    <dgm:pt modelId="{A5DA6056-8FB1-494D-B531-6D3BBD527805}" type="pres">
      <dgm:prSet presAssocID="{30031A2C-A9AD-4229-BA14-5E3E936D471A}" presName="textRect" presStyleLbl="revTx" presStyleIdx="0" presStyleCnt="4">
        <dgm:presLayoutVars>
          <dgm:chMax val="1"/>
          <dgm:chPref val="1"/>
        </dgm:presLayoutVars>
      </dgm:prSet>
      <dgm:spPr/>
    </dgm:pt>
    <dgm:pt modelId="{CD8471A9-87B6-42CB-8391-DCA8FBFBB527}" type="pres">
      <dgm:prSet presAssocID="{2D3D68EB-B453-4ED7-A729-398A311CF4DC}" presName="sibTrans" presStyleCnt="0"/>
      <dgm:spPr/>
    </dgm:pt>
    <dgm:pt modelId="{9E8D5BCD-A866-4D81-B4C8-2BC6AFEA5FF7}" type="pres">
      <dgm:prSet presAssocID="{A11A8D12-90FA-4EF2-B8B0-8EAEA25060CC}" presName="compNode" presStyleCnt="0"/>
      <dgm:spPr/>
    </dgm:pt>
    <dgm:pt modelId="{194A0AB4-8540-448A-9D4D-E8E6CEF32168}" type="pres">
      <dgm:prSet presAssocID="{A11A8D12-90FA-4EF2-B8B0-8EAEA25060C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B143EBEA-C389-447D-B6CC-4BCEC5F62A05}" type="pres">
      <dgm:prSet presAssocID="{A11A8D12-90FA-4EF2-B8B0-8EAEA25060CC}" presName="spaceRect" presStyleCnt="0"/>
      <dgm:spPr/>
    </dgm:pt>
    <dgm:pt modelId="{3E4C5264-E537-46D1-B834-DB7E5E7D1801}" type="pres">
      <dgm:prSet presAssocID="{A11A8D12-90FA-4EF2-B8B0-8EAEA25060CC}" presName="textRect" presStyleLbl="revTx" presStyleIdx="1" presStyleCnt="4">
        <dgm:presLayoutVars>
          <dgm:chMax val="1"/>
          <dgm:chPref val="1"/>
        </dgm:presLayoutVars>
      </dgm:prSet>
      <dgm:spPr/>
    </dgm:pt>
    <dgm:pt modelId="{F53D453D-56CB-4F40-9168-6D12DFD096D9}" type="pres">
      <dgm:prSet presAssocID="{190AC0C4-0D25-420D-917C-5C323D142E5D}" presName="sibTrans" presStyleCnt="0"/>
      <dgm:spPr/>
    </dgm:pt>
    <dgm:pt modelId="{1F922174-F9C2-4223-A665-9967B38ADEFC}" type="pres">
      <dgm:prSet presAssocID="{6FCE47D7-5548-47EA-A5D5-5817748EB0FA}" presName="compNode" presStyleCnt="0"/>
      <dgm:spPr/>
    </dgm:pt>
    <dgm:pt modelId="{7DDA509B-19B2-43A7-99AF-604988E7E6A8}" type="pres">
      <dgm:prSet presAssocID="{6FCE47D7-5548-47EA-A5D5-5817748EB0F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728573F1-C142-45B6-9F99-6FEE3BB12303}" type="pres">
      <dgm:prSet presAssocID="{6FCE47D7-5548-47EA-A5D5-5817748EB0FA}" presName="spaceRect" presStyleCnt="0"/>
      <dgm:spPr/>
    </dgm:pt>
    <dgm:pt modelId="{E7F1396B-E270-4498-8FB3-49905B7618AC}" type="pres">
      <dgm:prSet presAssocID="{6FCE47D7-5548-47EA-A5D5-5817748EB0FA}" presName="textRect" presStyleLbl="revTx" presStyleIdx="2" presStyleCnt="4">
        <dgm:presLayoutVars>
          <dgm:chMax val="1"/>
          <dgm:chPref val="1"/>
        </dgm:presLayoutVars>
      </dgm:prSet>
      <dgm:spPr/>
    </dgm:pt>
    <dgm:pt modelId="{F8937E90-23B1-4B46-AD69-18D1D5DED57A}" type="pres">
      <dgm:prSet presAssocID="{3FC89F9D-8BCA-4D33-9B63-DE2ED3C5E2A3}" presName="sibTrans" presStyleCnt="0"/>
      <dgm:spPr/>
    </dgm:pt>
    <dgm:pt modelId="{DE808D94-CF86-4CA6-A228-C44EEABCCC9B}" type="pres">
      <dgm:prSet presAssocID="{0A9D0FE9-B3EF-4E27-B633-CF0588752109}" presName="compNode" presStyleCnt="0"/>
      <dgm:spPr/>
    </dgm:pt>
    <dgm:pt modelId="{7C66FA57-7BD7-4661-9D8B-6117D6F3A323}" type="pres">
      <dgm:prSet presAssocID="{0A9D0FE9-B3EF-4E27-B633-CF058875210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091326F-ECE4-4A58-AAB0-034A5182FA11}" type="pres">
      <dgm:prSet presAssocID="{0A9D0FE9-B3EF-4E27-B633-CF0588752109}" presName="spaceRect" presStyleCnt="0"/>
      <dgm:spPr/>
    </dgm:pt>
    <dgm:pt modelId="{F76F15BC-E8AA-4994-835C-25E993F711B6}" type="pres">
      <dgm:prSet presAssocID="{0A9D0FE9-B3EF-4E27-B633-CF058875210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3E35814-5BF2-4113-BBC8-C77F31D3440C}" type="presOf" srcId="{6FCE47D7-5548-47EA-A5D5-5817748EB0FA}" destId="{E7F1396B-E270-4498-8FB3-49905B7618AC}" srcOrd="0" destOrd="0" presId="urn:microsoft.com/office/officeart/2018/2/layout/IconLabelList"/>
    <dgm:cxn modelId="{56B7C822-072C-4A60-B1F9-65328FAF26B2}" srcId="{B0B97A84-9D51-4A8E-847D-BEE7E2FC897F}" destId="{30031A2C-A9AD-4229-BA14-5E3E936D471A}" srcOrd="0" destOrd="0" parTransId="{DEC17DBB-5276-4B90-AC5F-4C3685CFD6F5}" sibTransId="{2D3D68EB-B453-4ED7-A729-398A311CF4DC}"/>
    <dgm:cxn modelId="{CF210728-9BE8-46DA-AE19-740647173A11}" type="presOf" srcId="{0A9D0FE9-B3EF-4E27-B633-CF0588752109}" destId="{F76F15BC-E8AA-4994-835C-25E993F711B6}" srcOrd="0" destOrd="0" presId="urn:microsoft.com/office/officeart/2018/2/layout/IconLabelList"/>
    <dgm:cxn modelId="{1E80723C-F29B-42FF-A39B-9397727B9197}" type="presOf" srcId="{B0B97A84-9D51-4A8E-847D-BEE7E2FC897F}" destId="{B9D3BF38-D2E6-45BE-9D4D-32341C5B5730}" srcOrd="0" destOrd="0" presId="urn:microsoft.com/office/officeart/2018/2/layout/IconLabelList"/>
    <dgm:cxn modelId="{448D715E-80F4-4D44-B32B-CF831E1F074E}" type="presOf" srcId="{A11A8D12-90FA-4EF2-B8B0-8EAEA25060CC}" destId="{3E4C5264-E537-46D1-B834-DB7E5E7D1801}" srcOrd="0" destOrd="0" presId="urn:microsoft.com/office/officeart/2018/2/layout/IconLabelList"/>
    <dgm:cxn modelId="{789E0E7A-9381-4848-92C1-6BEA588D8AF9}" srcId="{B0B97A84-9D51-4A8E-847D-BEE7E2FC897F}" destId="{6FCE47D7-5548-47EA-A5D5-5817748EB0FA}" srcOrd="2" destOrd="0" parTransId="{F3EED1FD-F259-4F45-A530-6DBF06600AE4}" sibTransId="{3FC89F9D-8BCA-4D33-9B63-DE2ED3C5E2A3}"/>
    <dgm:cxn modelId="{74843AA2-6F6C-465B-BCCA-A4CB9CDE4627}" srcId="{B0B97A84-9D51-4A8E-847D-BEE7E2FC897F}" destId="{A11A8D12-90FA-4EF2-B8B0-8EAEA25060CC}" srcOrd="1" destOrd="0" parTransId="{178DDBD6-5E2A-461D-AEFB-435EE067CEB9}" sibTransId="{190AC0C4-0D25-420D-917C-5C323D142E5D}"/>
    <dgm:cxn modelId="{730F86AD-76FF-4F2D-8994-D35855525079}" srcId="{B0B97A84-9D51-4A8E-847D-BEE7E2FC897F}" destId="{0A9D0FE9-B3EF-4E27-B633-CF0588752109}" srcOrd="3" destOrd="0" parTransId="{134925CE-B47F-451C-BF61-E20C0006C13F}" sibTransId="{8C86B245-CAC1-4764-9748-2769A4D7E7C3}"/>
    <dgm:cxn modelId="{D540BEF7-3DC0-41C1-9715-B261A1437918}" type="presOf" srcId="{30031A2C-A9AD-4229-BA14-5E3E936D471A}" destId="{A5DA6056-8FB1-494D-B531-6D3BBD527805}" srcOrd="0" destOrd="0" presId="urn:microsoft.com/office/officeart/2018/2/layout/IconLabelList"/>
    <dgm:cxn modelId="{026E71EB-4FD4-43FC-AD8F-845EA9544121}" type="presParOf" srcId="{B9D3BF38-D2E6-45BE-9D4D-32341C5B5730}" destId="{92730AEA-A2B7-4554-89ED-3D245F1C2207}" srcOrd="0" destOrd="0" presId="urn:microsoft.com/office/officeart/2018/2/layout/IconLabelList"/>
    <dgm:cxn modelId="{CD546476-04C7-4630-A0DD-686CA6792CBF}" type="presParOf" srcId="{92730AEA-A2B7-4554-89ED-3D245F1C2207}" destId="{3EEF786E-4C28-42F9-80AC-B32C97423F99}" srcOrd="0" destOrd="0" presId="urn:microsoft.com/office/officeart/2018/2/layout/IconLabelList"/>
    <dgm:cxn modelId="{BFE843D3-A406-4FE1-9E3C-F33A6BE58F54}" type="presParOf" srcId="{92730AEA-A2B7-4554-89ED-3D245F1C2207}" destId="{E2C24B2C-70E2-4F14-B07C-AFA87728771C}" srcOrd="1" destOrd="0" presId="urn:microsoft.com/office/officeart/2018/2/layout/IconLabelList"/>
    <dgm:cxn modelId="{0B8B3755-BF49-4EB8-8091-706930D92480}" type="presParOf" srcId="{92730AEA-A2B7-4554-89ED-3D245F1C2207}" destId="{A5DA6056-8FB1-494D-B531-6D3BBD527805}" srcOrd="2" destOrd="0" presId="urn:microsoft.com/office/officeart/2018/2/layout/IconLabelList"/>
    <dgm:cxn modelId="{37005132-72B7-4AE5-B0AC-1D0E7BA415D7}" type="presParOf" srcId="{B9D3BF38-D2E6-45BE-9D4D-32341C5B5730}" destId="{CD8471A9-87B6-42CB-8391-DCA8FBFBB527}" srcOrd="1" destOrd="0" presId="urn:microsoft.com/office/officeart/2018/2/layout/IconLabelList"/>
    <dgm:cxn modelId="{568AE005-E86F-40CC-8C66-45AC43052ADA}" type="presParOf" srcId="{B9D3BF38-D2E6-45BE-9D4D-32341C5B5730}" destId="{9E8D5BCD-A866-4D81-B4C8-2BC6AFEA5FF7}" srcOrd="2" destOrd="0" presId="urn:microsoft.com/office/officeart/2018/2/layout/IconLabelList"/>
    <dgm:cxn modelId="{81043B3A-302E-43EB-96C2-9C8BC1879447}" type="presParOf" srcId="{9E8D5BCD-A866-4D81-B4C8-2BC6AFEA5FF7}" destId="{194A0AB4-8540-448A-9D4D-E8E6CEF32168}" srcOrd="0" destOrd="0" presId="urn:microsoft.com/office/officeart/2018/2/layout/IconLabelList"/>
    <dgm:cxn modelId="{26C1D26E-46FD-48B7-823A-205C2EA99030}" type="presParOf" srcId="{9E8D5BCD-A866-4D81-B4C8-2BC6AFEA5FF7}" destId="{B143EBEA-C389-447D-B6CC-4BCEC5F62A05}" srcOrd="1" destOrd="0" presId="urn:microsoft.com/office/officeart/2018/2/layout/IconLabelList"/>
    <dgm:cxn modelId="{7CCEF120-9333-4BA5-8113-6817239A1EDA}" type="presParOf" srcId="{9E8D5BCD-A866-4D81-B4C8-2BC6AFEA5FF7}" destId="{3E4C5264-E537-46D1-B834-DB7E5E7D1801}" srcOrd="2" destOrd="0" presId="urn:microsoft.com/office/officeart/2018/2/layout/IconLabelList"/>
    <dgm:cxn modelId="{CE5FF2E6-F568-4C3D-A9A8-95B913D0181C}" type="presParOf" srcId="{B9D3BF38-D2E6-45BE-9D4D-32341C5B5730}" destId="{F53D453D-56CB-4F40-9168-6D12DFD096D9}" srcOrd="3" destOrd="0" presId="urn:microsoft.com/office/officeart/2018/2/layout/IconLabelList"/>
    <dgm:cxn modelId="{6E3448DD-D9A3-45A7-947B-FD01A4853826}" type="presParOf" srcId="{B9D3BF38-D2E6-45BE-9D4D-32341C5B5730}" destId="{1F922174-F9C2-4223-A665-9967B38ADEFC}" srcOrd="4" destOrd="0" presId="urn:microsoft.com/office/officeart/2018/2/layout/IconLabelList"/>
    <dgm:cxn modelId="{7AED5C32-1B0E-408A-A959-A30DC2D704E4}" type="presParOf" srcId="{1F922174-F9C2-4223-A665-9967B38ADEFC}" destId="{7DDA509B-19B2-43A7-99AF-604988E7E6A8}" srcOrd="0" destOrd="0" presId="urn:microsoft.com/office/officeart/2018/2/layout/IconLabelList"/>
    <dgm:cxn modelId="{8A9C65BD-3EA7-4AA9-ACD3-2638C2170F3D}" type="presParOf" srcId="{1F922174-F9C2-4223-A665-9967B38ADEFC}" destId="{728573F1-C142-45B6-9F99-6FEE3BB12303}" srcOrd="1" destOrd="0" presId="urn:microsoft.com/office/officeart/2018/2/layout/IconLabelList"/>
    <dgm:cxn modelId="{7CF2D937-09D0-4B02-9DB2-80CCD46FFF2A}" type="presParOf" srcId="{1F922174-F9C2-4223-A665-9967B38ADEFC}" destId="{E7F1396B-E270-4498-8FB3-49905B7618AC}" srcOrd="2" destOrd="0" presId="urn:microsoft.com/office/officeart/2018/2/layout/IconLabelList"/>
    <dgm:cxn modelId="{F51EC6F3-71B9-4865-BAF5-20AABA20850A}" type="presParOf" srcId="{B9D3BF38-D2E6-45BE-9D4D-32341C5B5730}" destId="{F8937E90-23B1-4B46-AD69-18D1D5DED57A}" srcOrd="5" destOrd="0" presId="urn:microsoft.com/office/officeart/2018/2/layout/IconLabelList"/>
    <dgm:cxn modelId="{CB94CA97-87E7-432E-A316-E84780B0ACF8}" type="presParOf" srcId="{B9D3BF38-D2E6-45BE-9D4D-32341C5B5730}" destId="{DE808D94-CF86-4CA6-A228-C44EEABCCC9B}" srcOrd="6" destOrd="0" presId="urn:microsoft.com/office/officeart/2018/2/layout/IconLabelList"/>
    <dgm:cxn modelId="{5BC60285-FBC7-40EE-9BA4-74F7621C4196}" type="presParOf" srcId="{DE808D94-CF86-4CA6-A228-C44EEABCCC9B}" destId="{7C66FA57-7BD7-4661-9D8B-6117D6F3A323}" srcOrd="0" destOrd="0" presId="urn:microsoft.com/office/officeart/2018/2/layout/IconLabelList"/>
    <dgm:cxn modelId="{97DD7EBD-FB85-4ACE-93F0-30220ADAFD49}" type="presParOf" srcId="{DE808D94-CF86-4CA6-A228-C44EEABCCC9B}" destId="{2091326F-ECE4-4A58-AAB0-034A5182FA11}" srcOrd="1" destOrd="0" presId="urn:microsoft.com/office/officeart/2018/2/layout/IconLabelList"/>
    <dgm:cxn modelId="{717CD8DF-8111-44C2-B47A-9C40BD7C793C}" type="presParOf" srcId="{DE808D94-CF86-4CA6-A228-C44EEABCCC9B}" destId="{F76F15BC-E8AA-4994-835C-25E993F711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3AF522-4C1D-4C08-9ECF-0A3F5D6ED4A4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0D0501E-9220-4D0F-B105-F2541BEF18EA}">
      <dgm:prSet/>
      <dgm:spPr/>
      <dgm:t>
        <a:bodyPr/>
        <a:lstStyle/>
        <a:p>
          <a:r>
            <a:rPr lang="en-US"/>
            <a:t>Downsampling and Spectrogram Findings:</a:t>
          </a:r>
        </a:p>
      </dgm:t>
    </dgm:pt>
    <dgm:pt modelId="{65D563FD-12DA-4859-9C87-6DA89668ED9D}" type="parTrans" cxnId="{0B9BFE45-54C1-4CC0-927B-7AEFE4BA0A8A}">
      <dgm:prSet/>
      <dgm:spPr/>
      <dgm:t>
        <a:bodyPr/>
        <a:lstStyle/>
        <a:p>
          <a:endParaRPr lang="en-US"/>
        </a:p>
      </dgm:t>
    </dgm:pt>
    <dgm:pt modelId="{1C54206D-6889-4743-ABAA-18E816E51D28}" type="sibTrans" cxnId="{0B9BFE45-54C1-4CC0-927B-7AEFE4BA0A8A}">
      <dgm:prSet/>
      <dgm:spPr/>
      <dgm:t>
        <a:bodyPr/>
        <a:lstStyle/>
        <a:p>
          <a:endParaRPr lang="en-US"/>
        </a:p>
      </dgm:t>
    </dgm:pt>
    <dgm:pt modelId="{635ACC93-4354-4C9D-806F-D110D026B5D2}">
      <dgm:prSet/>
      <dgm:spPr/>
      <dgm:t>
        <a:bodyPr/>
        <a:lstStyle/>
        <a:p>
          <a:r>
            <a:rPr lang="en-US"/>
            <a:t>• Downsampled signal by factor of 4 to illustrate aliasing; observed expected spectral overlaps.</a:t>
          </a:r>
        </a:p>
      </dgm:t>
    </dgm:pt>
    <dgm:pt modelId="{FEC7D95B-06E9-4632-8CA9-86F9C9FB6CAD}" type="parTrans" cxnId="{966CC51D-CDDC-4DD5-83FC-FF92470D2458}">
      <dgm:prSet/>
      <dgm:spPr/>
      <dgm:t>
        <a:bodyPr/>
        <a:lstStyle/>
        <a:p>
          <a:endParaRPr lang="en-US"/>
        </a:p>
      </dgm:t>
    </dgm:pt>
    <dgm:pt modelId="{FCE27938-D933-43DF-975C-AC1F6CD4D2C8}" type="sibTrans" cxnId="{966CC51D-CDDC-4DD5-83FC-FF92470D2458}">
      <dgm:prSet/>
      <dgm:spPr/>
      <dgm:t>
        <a:bodyPr/>
        <a:lstStyle/>
        <a:p>
          <a:endParaRPr lang="en-US"/>
        </a:p>
      </dgm:t>
    </dgm:pt>
    <dgm:pt modelId="{C9A2433F-A488-4531-AE75-A349628AAA7F}">
      <dgm:prSet/>
      <dgm:spPr/>
      <dgm:t>
        <a:bodyPr/>
        <a:lstStyle/>
        <a:p>
          <a:r>
            <a:rPr lang="en-US"/>
            <a:t>• Spectrograms reveal the time-frequency content at each processing stage.</a:t>
          </a:r>
        </a:p>
      </dgm:t>
    </dgm:pt>
    <dgm:pt modelId="{91C26BB1-1622-418B-8814-7E0E582C514D}" type="parTrans" cxnId="{35BBB45E-7672-4AF6-A7F3-725F0E65A231}">
      <dgm:prSet/>
      <dgm:spPr/>
      <dgm:t>
        <a:bodyPr/>
        <a:lstStyle/>
        <a:p>
          <a:endParaRPr lang="en-US"/>
        </a:p>
      </dgm:t>
    </dgm:pt>
    <dgm:pt modelId="{E15CEBA3-6FCD-4405-B8B0-FF2BDADDD59C}" type="sibTrans" cxnId="{35BBB45E-7672-4AF6-A7F3-725F0E65A231}">
      <dgm:prSet/>
      <dgm:spPr/>
      <dgm:t>
        <a:bodyPr/>
        <a:lstStyle/>
        <a:p>
          <a:endParaRPr lang="en-US"/>
        </a:p>
      </dgm:t>
    </dgm:pt>
    <dgm:pt modelId="{7AA825FD-EC91-4C92-BC0F-14080F0AA858}">
      <dgm:prSet/>
      <dgm:spPr/>
      <dgm:t>
        <a:bodyPr/>
        <a:lstStyle/>
        <a:p>
          <a:r>
            <a:rPr lang="en-US"/>
            <a:t>• After band-pass and low-pass filtering, speech components are well-isolated and noise is suppressed.</a:t>
          </a:r>
        </a:p>
      </dgm:t>
    </dgm:pt>
    <dgm:pt modelId="{EE8D2C04-3064-4B3E-BE57-9A3560B31499}" type="parTrans" cxnId="{11834EFB-7C87-4A90-AD17-CDAC3E47FCC4}">
      <dgm:prSet/>
      <dgm:spPr/>
      <dgm:t>
        <a:bodyPr/>
        <a:lstStyle/>
        <a:p>
          <a:endParaRPr lang="en-US"/>
        </a:p>
      </dgm:t>
    </dgm:pt>
    <dgm:pt modelId="{F602D5FE-887A-4FE9-8EF9-D098A22ED2AC}" type="sibTrans" cxnId="{11834EFB-7C87-4A90-AD17-CDAC3E47FCC4}">
      <dgm:prSet/>
      <dgm:spPr/>
      <dgm:t>
        <a:bodyPr/>
        <a:lstStyle/>
        <a:p>
          <a:endParaRPr lang="en-US"/>
        </a:p>
      </dgm:t>
    </dgm:pt>
    <dgm:pt modelId="{1D0AA172-2DB5-1849-84D3-7B4FC9D33123}" type="pres">
      <dgm:prSet presAssocID="{7C3AF522-4C1D-4C08-9ECF-0A3F5D6ED4A4}" presName="linear" presStyleCnt="0">
        <dgm:presLayoutVars>
          <dgm:animLvl val="lvl"/>
          <dgm:resizeHandles val="exact"/>
        </dgm:presLayoutVars>
      </dgm:prSet>
      <dgm:spPr/>
    </dgm:pt>
    <dgm:pt modelId="{AD5AB064-0AEB-7442-96EF-51C24D2BB6A7}" type="pres">
      <dgm:prSet presAssocID="{A0D0501E-9220-4D0F-B105-F2541BEF18E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87A5A2-AF94-704E-A5F7-4B653EA87F23}" type="pres">
      <dgm:prSet presAssocID="{1C54206D-6889-4743-ABAA-18E816E51D28}" presName="spacer" presStyleCnt="0"/>
      <dgm:spPr/>
    </dgm:pt>
    <dgm:pt modelId="{6F8B24CF-AC41-3044-8455-31CC260DECD7}" type="pres">
      <dgm:prSet presAssocID="{635ACC93-4354-4C9D-806F-D110D026B5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27B9CF-181C-3145-82A9-F1FECB7B0844}" type="pres">
      <dgm:prSet presAssocID="{FCE27938-D933-43DF-975C-AC1F6CD4D2C8}" presName="spacer" presStyleCnt="0"/>
      <dgm:spPr/>
    </dgm:pt>
    <dgm:pt modelId="{EFBB3F0D-57F5-0D4B-B97D-16C7B2014334}" type="pres">
      <dgm:prSet presAssocID="{C9A2433F-A488-4531-AE75-A349628AAA7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0E1E30B-B5D2-A04B-9ADB-4F2DE4123B4C}" type="pres">
      <dgm:prSet presAssocID="{E15CEBA3-6FCD-4405-B8B0-FF2BDADDD59C}" presName="spacer" presStyleCnt="0"/>
      <dgm:spPr/>
    </dgm:pt>
    <dgm:pt modelId="{29DFE425-C821-2546-AD34-C992CF66C793}" type="pres">
      <dgm:prSet presAssocID="{7AA825FD-EC91-4C92-BC0F-14080F0AA8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66CC51D-CDDC-4DD5-83FC-FF92470D2458}" srcId="{7C3AF522-4C1D-4C08-9ECF-0A3F5D6ED4A4}" destId="{635ACC93-4354-4C9D-806F-D110D026B5D2}" srcOrd="1" destOrd="0" parTransId="{FEC7D95B-06E9-4632-8CA9-86F9C9FB6CAD}" sibTransId="{FCE27938-D933-43DF-975C-AC1F6CD4D2C8}"/>
    <dgm:cxn modelId="{35BBB45E-7672-4AF6-A7F3-725F0E65A231}" srcId="{7C3AF522-4C1D-4C08-9ECF-0A3F5D6ED4A4}" destId="{C9A2433F-A488-4531-AE75-A349628AAA7F}" srcOrd="2" destOrd="0" parTransId="{91C26BB1-1622-418B-8814-7E0E582C514D}" sibTransId="{E15CEBA3-6FCD-4405-B8B0-FF2BDADDD59C}"/>
    <dgm:cxn modelId="{C9182C41-CF54-DF4F-975A-8FA7C9A6CD11}" type="presOf" srcId="{7AA825FD-EC91-4C92-BC0F-14080F0AA858}" destId="{29DFE425-C821-2546-AD34-C992CF66C793}" srcOrd="0" destOrd="0" presId="urn:microsoft.com/office/officeart/2005/8/layout/vList2"/>
    <dgm:cxn modelId="{0B9BFE45-54C1-4CC0-927B-7AEFE4BA0A8A}" srcId="{7C3AF522-4C1D-4C08-9ECF-0A3F5D6ED4A4}" destId="{A0D0501E-9220-4D0F-B105-F2541BEF18EA}" srcOrd="0" destOrd="0" parTransId="{65D563FD-12DA-4859-9C87-6DA89668ED9D}" sibTransId="{1C54206D-6889-4743-ABAA-18E816E51D28}"/>
    <dgm:cxn modelId="{14741283-C2E4-4944-A8AD-E2400C93E136}" type="presOf" srcId="{C9A2433F-A488-4531-AE75-A349628AAA7F}" destId="{EFBB3F0D-57F5-0D4B-B97D-16C7B2014334}" srcOrd="0" destOrd="0" presId="urn:microsoft.com/office/officeart/2005/8/layout/vList2"/>
    <dgm:cxn modelId="{370DCD92-4401-5849-9537-DEEBA00F2FF5}" type="presOf" srcId="{635ACC93-4354-4C9D-806F-D110D026B5D2}" destId="{6F8B24CF-AC41-3044-8455-31CC260DECD7}" srcOrd="0" destOrd="0" presId="urn:microsoft.com/office/officeart/2005/8/layout/vList2"/>
    <dgm:cxn modelId="{36954BC5-589D-954E-A2C4-C8AD5E469970}" type="presOf" srcId="{7C3AF522-4C1D-4C08-9ECF-0A3F5D6ED4A4}" destId="{1D0AA172-2DB5-1849-84D3-7B4FC9D33123}" srcOrd="0" destOrd="0" presId="urn:microsoft.com/office/officeart/2005/8/layout/vList2"/>
    <dgm:cxn modelId="{6A3EF7DD-23C1-9D45-8644-89F88B0E1AEF}" type="presOf" srcId="{A0D0501E-9220-4D0F-B105-F2541BEF18EA}" destId="{AD5AB064-0AEB-7442-96EF-51C24D2BB6A7}" srcOrd="0" destOrd="0" presId="urn:microsoft.com/office/officeart/2005/8/layout/vList2"/>
    <dgm:cxn modelId="{11834EFB-7C87-4A90-AD17-CDAC3E47FCC4}" srcId="{7C3AF522-4C1D-4C08-9ECF-0A3F5D6ED4A4}" destId="{7AA825FD-EC91-4C92-BC0F-14080F0AA858}" srcOrd="3" destOrd="0" parTransId="{EE8D2C04-3064-4B3E-BE57-9A3560B31499}" sibTransId="{F602D5FE-887A-4FE9-8EF9-D098A22ED2AC}"/>
    <dgm:cxn modelId="{66F21FB6-C192-B849-AE86-7BFB8094E0B0}" type="presParOf" srcId="{1D0AA172-2DB5-1849-84D3-7B4FC9D33123}" destId="{AD5AB064-0AEB-7442-96EF-51C24D2BB6A7}" srcOrd="0" destOrd="0" presId="urn:microsoft.com/office/officeart/2005/8/layout/vList2"/>
    <dgm:cxn modelId="{49213D47-5F52-AA43-A680-07C8CF8283BD}" type="presParOf" srcId="{1D0AA172-2DB5-1849-84D3-7B4FC9D33123}" destId="{8887A5A2-AF94-704E-A5F7-4B653EA87F23}" srcOrd="1" destOrd="0" presId="urn:microsoft.com/office/officeart/2005/8/layout/vList2"/>
    <dgm:cxn modelId="{0EE2B366-F15A-064A-A457-A53833C81E08}" type="presParOf" srcId="{1D0AA172-2DB5-1849-84D3-7B4FC9D33123}" destId="{6F8B24CF-AC41-3044-8455-31CC260DECD7}" srcOrd="2" destOrd="0" presId="urn:microsoft.com/office/officeart/2005/8/layout/vList2"/>
    <dgm:cxn modelId="{C8474C6F-3AC2-084F-B5B9-5C35D1DA6B34}" type="presParOf" srcId="{1D0AA172-2DB5-1849-84D3-7B4FC9D33123}" destId="{1527B9CF-181C-3145-82A9-F1FECB7B0844}" srcOrd="3" destOrd="0" presId="urn:microsoft.com/office/officeart/2005/8/layout/vList2"/>
    <dgm:cxn modelId="{EB6C3395-6F06-E948-971F-419A5C7081E8}" type="presParOf" srcId="{1D0AA172-2DB5-1849-84D3-7B4FC9D33123}" destId="{EFBB3F0D-57F5-0D4B-B97D-16C7B2014334}" srcOrd="4" destOrd="0" presId="urn:microsoft.com/office/officeart/2005/8/layout/vList2"/>
    <dgm:cxn modelId="{C66902C2-4320-6047-956E-CF732161B0C3}" type="presParOf" srcId="{1D0AA172-2DB5-1849-84D3-7B4FC9D33123}" destId="{40E1E30B-B5D2-A04B-9ADB-4F2DE4123B4C}" srcOrd="5" destOrd="0" presId="urn:microsoft.com/office/officeart/2005/8/layout/vList2"/>
    <dgm:cxn modelId="{49F70EC7-6BFB-004D-B200-A8409FA8AE4C}" type="presParOf" srcId="{1D0AA172-2DB5-1849-84D3-7B4FC9D33123}" destId="{29DFE425-C821-2546-AD34-C992CF66C79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CD2629-E260-4D42-9C0C-8A036E4ABCE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C333E22-5D57-43E3-A081-880690A81154}">
      <dgm:prSet/>
      <dgm:spPr/>
      <dgm:t>
        <a:bodyPr/>
        <a:lstStyle/>
        <a:p>
          <a:pPr>
            <a:defRPr cap="all"/>
          </a:pPr>
          <a:r>
            <a:rPr lang="en-US"/>
            <a:t>Key Outcomes:</a:t>
          </a:r>
        </a:p>
      </dgm:t>
    </dgm:pt>
    <dgm:pt modelId="{8A90FAFF-7224-4741-BBC7-71EFB6BFF14D}" type="parTrans" cxnId="{6A894AD1-4A5B-4AC6-81F6-4B1A677F7864}">
      <dgm:prSet/>
      <dgm:spPr/>
      <dgm:t>
        <a:bodyPr/>
        <a:lstStyle/>
        <a:p>
          <a:endParaRPr lang="en-US"/>
        </a:p>
      </dgm:t>
    </dgm:pt>
    <dgm:pt modelId="{4776D19A-1792-4640-B211-BB82E369EEB1}" type="sibTrans" cxnId="{6A894AD1-4A5B-4AC6-81F6-4B1A677F7864}">
      <dgm:prSet/>
      <dgm:spPr/>
      <dgm:t>
        <a:bodyPr/>
        <a:lstStyle/>
        <a:p>
          <a:endParaRPr lang="en-US"/>
        </a:p>
      </dgm:t>
    </dgm:pt>
    <dgm:pt modelId="{004555B0-821D-489E-B901-D531ABC063E1}">
      <dgm:prSet/>
      <dgm:spPr/>
      <dgm:t>
        <a:bodyPr/>
        <a:lstStyle/>
        <a:p>
          <a:pPr>
            <a:defRPr cap="all"/>
          </a:pPr>
          <a:r>
            <a:rPr lang="en-US"/>
            <a:t>• Noise removal techniques significantly improved signal clarity.</a:t>
          </a:r>
        </a:p>
      </dgm:t>
    </dgm:pt>
    <dgm:pt modelId="{1D078612-6192-428F-A73F-6785F7A7C148}" type="parTrans" cxnId="{95CA9A83-52F4-440E-9AF8-111FA0806B7E}">
      <dgm:prSet/>
      <dgm:spPr/>
      <dgm:t>
        <a:bodyPr/>
        <a:lstStyle/>
        <a:p>
          <a:endParaRPr lang="en-US"/>
        </a:p>
      </dgm:t>
    </dgm:pt>
    <dgm:pt modelId="{0D523188-36CE-419C-8F4E-19495B0EE9B6}" type="sibTrans" cxnId="{95CA9A83-52F4-440E-9AF8-111FA0806B7E}">
      <dgm:prSet/>
      <dgm:spPr/>
      <dgm:t>
        <a:bodyPr/>
        <a:lstStyle/>
        <a:p>
          <a:endParaRPr lang="en-US"/>
        </a:p>
      </dgm:t>
    </dgm:pt>
    <dgm:pt modelId="{F0C4A7FE-02C4-481E-A0AD-255FD79DE6DF}">
      <dgm:prSet/>
      <dgm:spPr/>
      <dgm:t>
        <a:bodyPr/>
        <a:lstStyle/>
        <a:p>
          <a:pPr>
            <a:defRPr cap="all"/>
          </a:pPr>
          <a:r>
            <a:rPr lang="en-US"/>
            <a:t>• Band-pass filtering focused on voice frequencies while eliminating outside noise bands.</a:t>
          </a:r>
        </a:p>
      </dgm:t>
    </dgm:pt>
    <dgm:pt modelId="{8A30343C-9ECD-43B3-80DF-FABE2E6EA9E7}" type="parTrans" cxnId="{6E7C6CC4-B44D-4781-BB9B-37288FFA323D}">
      <dgm:prSet/>
      <dgm:spPr/>
      <dgm:t>
        <a:bodyPr/>
        <a:lstStyle/>
        <a:p>
          <a:endParaRPr lang="en-US"/>
        </a:p>
      </dgm:t>
    </dgm:pt>
    <dgm:pt modelId="{4716581B-3678-42BD-976F-D379F2D5AB24}" type="sibTrans" cxnId="{6E7C6CC4-B44D-4781-BB9B-37288FFA323D}">
      <dgm:prSet/>
      <dgm:spPr/>
      <dgm:t>
        <a:bodyPr/>
        <a:lstStyle/>
        <a:p>
          <a:endParaRPr lang="en-US"/>
        </a:p>
      </dgm:t>
    </dgm:pt>
    <dgm:pt modelId="{79FF2ABF-0FA8-46BB-B4FB-9A7EC287AE75}">
      <dgm:prSet/>
      <dgm:spPr/>
      <dgm:t>
        <a:bodyPr/>
        <a:lstStyle/>
        <a:p>
          <a:pPr>
            <a:defRPr cap="all"/>
          </a:pPr>
          <a:r>
            <a:rPr lang="en-US"/>
            <a:t>• Dynamic range compression and normalization balanced the signal’s amplitude.</a:t>
          </a:r>
        </a:p>
      </dgm:t>
    </dgm:pt>
    <dgm:pt modelId="{D34EDAE4-9B9C-4AC7-AD36-B3BB9EC3C475}" type="parTrans" cxnId="{2A2472C4-B9B7-406B-A92A-999C916413B7}">
      <dgm:prSet/>
      <dgm:spPr/>
      <dgm:t>
        <a:bodyPr/>
        <a:lstStyle/>
        <a:p>
          <a:endParaRPr lang="en-US"/>
        </a:p>
      </dgm:t>
    </dgm:pt>
    <dgm:pt modelId="{4878E09A-6319-4901-AE2B-E32E90D21342}" type="sibTrans" cxnId="{2A2472C4-B9B7-406B-A92A-999C916413B7}">
      <dgm:prSet/>
      <dgm:spPr/>
      <dgm:t>
        <a:bodyPr/>
        <a:lstStyle/>
        <a:p>
          <a:endParaRPr lang="en-US"/>
        </a:p>
      </dgm:t>
    </dgm:pt>
    <dgm:pt modelId="{2A3FF634-1739-4933-A8B1-2B49FB00D78C}">
      <dgm:prSet/>
      <dgm:spPr/>
      <dgm:t>
        <a:bodyPr/>
        <a:lstStyle/>
        <a:p>
          <a:pPr>
            <a:defRPr cap="all"/>
          </a:pPr>
          <a:r>
            <a:rPr lang="en-US"/>
            <a:t>• Final low-pass filtering further reduced high-frequency noise, enhancing speech intelligibility.</a:t>
          </a:r>
        </a:p>
      </dgm:t>
    </dgm:pt>
    <dgm:pt modelId="{218218E1-8E73-48B0-A868-B042B9CAE342}" type="parTrans" cxnId="{FA211C0E-03A8-4CF4-9374-DB7AF8905425}">
      <dgm:prSet/>
      <dgm:spPr/>
      <dgm:t>
        <a:bodyPr/>
        <a:lstStyle/>
        <a:p>
          <a:endParaRPr lang="en-US"/>
        </a:p>
      </dgm:t>
    </dgm:pt>
    <dgm:pt modelId="{C099F2A7-4723-432D-8F16-77989996EE40}" type="sibTrans" cxnId="{FA211C0E-03A8-4CF4-9374-DB7AF8905425}">
      <dgm:prSet/>
      <dgm:spPr/>
      <dgm:t>
        <a:bodyPr/>
        <a:lstStyle/>
        <a:p>
          <a:endParaRPr lang="en-US"/>
        </a:p>
      </dgm:t>
    </dgm:pt>
    <dgm:pt modelId="{5E601E84-2CB2-47BA-B5A5-C6E4824B3179}">
      <dgm:prSet/>
      <dgm:spPr/>
      <dgm:t>
        <a:bodyPr/>
        <a:lstStyle/>
        <a:p>
          <a:pPr>
            <a:defRPr cap="all"/>
          </a:pPr>
          <a:r>
            <a:rPr lang="en-US"/>
            <a:t>• These DSP techniques provide a comprehensive pipeline for processing and enhancing speech signals.</a:t>
          </a:r>
        </a:p>
      </dgm:t>
    </dgm:pt>
    <dgm:pt modelId="{6996DED8-88D9-4A4F-9AB2-497DF9EF63E1}" type="parTrans" cxnId="{95576D5B-A470-4654-9483-454FBE57252A}">
      <dgm:prSet/>
      <dgm:spPr/>
      <dgm:t>
        <a:bodyPr/>
        <a:lstStyle/>
        <a:p>
          <a:endParaRPr lang="en-US"/>
        </a:p>
      </dgm:t>
    </dgm:pt>
    <dgm:pt modelId="{4DBABD1D-C10F-4579-879F-FC0DF070B74B}" type="sibTrans" cxnId="{95576D5B-A470-4654-9483-454FBE57252A}">
      <dgm:prSet/>
      <dgm:spPr/>
      <dgm:t>
        <a:bodyPr/>
        <a:lstStyle/>
        <a:p>
          <a:endParaRPr lang="en-US"/>
        </a:p>
      </dgm:t>
    </dgm:pt>
    <dgm:pt modelId="{B3C343FA-DB9F-4B7A-A93D-48FB91D5E03C}" type="pres">
      <dgm:prSet presAssocID="{1CCD2629-E260-4D42-9C0C-8A036E4ABCEF}" presName="root" presStyleCnt="0">
        <dgm:presLayoutVars>
          <dgm:dir/>
          <dgm:resizeHandles val="exact"/>
        </dgm:presLayoutVars>
      </dgm:prSet>
      <dgm:spPr/>
    </dgm:pt>
    <dgm:pt modelId="{1E9987B4-47D2-477D-A009-5278DD0CEC69}" type="pres">
      <dgm:prSet presAssocID="{5C333E22-5D57-43E3-A081-880690A81154}" presName="compNode" presStyleCnt="0"/>
      <dgm:spPr/>
    </dgm:pt>
    <dgm:pt modelId="{721BFAC2-4A0B-4B23-9287-2A5EF1048CCD}" type="pres">
      <dgm:prSet presAssocID="{5C333E22-5D57-43E3-A081-880690A81154}" presName="iconBgRect" presStyleLbl="bgShp" presStyleIdx="0" presStyleCnt="6"/>
      <dgm:spPr/>
    </dgm:pt>
    <dgm:pt modelId="{6F989FD0-A137-4EAE-9F3E-6CDFD490BB67}" type="pres">
      <dgm:prSet presAssocID="{5C333E22-5D57-43E3-A081-880690A81154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F90C92E2-E038-4FD4-8A1D-42F2A398FD5D}" type="pres">
      <dgm:prSet presAssocID="{5C333E22-5D57-43E3-A081-880690A81154}" presName="spaceRect" presStyleCnt="0"/>
      <dgm:spPr/>
    </dgm:pt>
    <dgm:pt modelId="{E2C7EE36-804E-40CE-BDF6-55D38F346607}" type="pres">
      <dgm:prSet presAssocID="{5C333E22-5D57-43E3-A081-880690A81154}" presName="textRect" presStyleLbl="revTx" presStyleIdx="0" presStyleCnt="6">
        <dgm:presLayoutVars>
          <dgm:chMax val="1"/>
          <dgm:chPref val="1"/>
        </dgm:presLayoutVars>
      </dgm:prSet>
      <dgm:spPr/>
    </dgm:pt>
    <dgm:pt modelId="{B68EF1C9-64C5-48F7-9698-E40304275701}" type="pres">
      <dgm:prSet presAssocID="{4776D19A-1792-4640-B211-BB82E369EEB1}" presName="sibTrans" presStyleCnt="0"/>
      <dgm:spPr/>
    </dgm:pt>
    <dgm:pt modelId="{192A2EAA-75E4-4ABD-AB9B-93EC1669FC23}" type="pres">
      <dgm:prSet presAssocID="{004555B0-821D-489E-B901-D531ABC063E1}" presName="compNode" presStyleCnt="0"/>
      <dgm:spPr/>
    </dgm:pt>
    <dgm:pt modelId="{62A24102-9205-4ED3-ACEE-FFDC365D01E8}" type="pres">
      <dgm:prSet presAssocID="{004555B0-821D-489E-B901-D531ABC063E1}" presName="iconBgRect" presStyleLbl="bgShp" presStyleIdx="1" presStyleCnt="6"/>
      <dgm:spPr/>
    </dgm:pt>
    <dgm:pt modelId="{A465E1C1-0DAD-427F-816A-C834D1386EAF}" type="pres">
      <dgm:prSet presAssocID="{004555B0-821D-489E-B901-D531ABC063E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C727E029-A721-43C5-B315-E98027808F95}" type="pres">
      <dgm:prSet presAssocID="{004555B0-821D-489E-B901-D531ABC063E1}" presName="spaceRect" presStyleCnt="0"/>
      <dgm:spPr/>
    </dgm:pt>
    <dgm:pt modelId="{2318C383-F6FB-4A40-8170-48F1827BE68A}" type="pres">
      <dgm:prSet presAssocID="{004555B0-821D-489E-B901-D531ABC063E1}" presName="textRect" presStyleLbl="revTx" presStyleIdx="1" presStyleCnt="6">
        <dgm:presLayoutVars>
          <dgm:chMax val="1"/>
          <dgm:chPref val="1"/>
        </dgm:presLayoutVars>
      </dgm:prSet>
      <dgm:spPr/>
    </dgm:pt>
    <dgm:pt modelId="{C2F74079-AA56-41B8-A596-955B107F1638}" type="pres">
      <dgm:prSet presAssocID="{0D523188-36CE-419C-8F4E-19495B0EE9B6}" presName="sibTrans" presStyleCnt="0"/>
      <dgm:spPr/>
    </dgm:pt>
    <dgm:pt modelId="{27736225-F1EA-4600-A380-901ECC7E0543}" type="pres">
      <dgm:prSet presAssocID="{F0C4A7FE-02C4-481E-A0AD-255FD79DE6DF}" presName="compNode" presStyleCnt="0"/>
      <dgm:spPr/>
    </dgm:pt>
    <dgm:pt modelId="{4FA84FA6-41A2-4D08-B41D-0A5504F88569}" type="pres">
      <dgm:prSet presAssocID="{F0C4A7FE-02C4-481E-A0AD-255FD79DE6DF}" presName="iconBgRect" presStyleLbl="bgShp" presStyleIdx="2" presStyleCnt="6"/>
      <dgm:spPr/>
    </dgm:pt>
    <dgm:pt modelId="{9B185AD4-C7B2-4DD6-8B80-79A290C4CEE7}" type="pres">
      <dgm:prSet presAssocID="{F0C4A7FE-02C4-481E-A0AD-255FD79DE6D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ice"/>
        </a:ext>
      </dgm:extLst>
    </dgm:pt>
    <dgm:pt modelId="{5CF87405-EC8B-4F2F-AC10-D206E52DB05D}" type="pres">
      <dgm:prSet presAssocID="{F0C4A7FE-02C4-481E-A0AD-255FD79DE6DF}" presName="spaceRect" presStyleCnt="0"/>
      <dgm:spPr/>
    </dgm:pt>
    <dgm:pt modelId="{57C73A49-9CB0-40EF-B910-4FE57B7C173A}" type="pres">
      <dgm:prSet presAssocID="{F0C4A7FE-02C4-481E-A0AD-255FD79DE6DF}" presName="textRect" presStyleLbl="revTx" presStyleIdx="2" presStyleCnt="6">
        <dgm:presLayoutVars>
          <dgm:chMax val="1"/>
          <dgm:chPref val="1"/>
        </dgm:presLayoutVars>
      </dgm:prSet>
      <dgm:spPr/>
    </dgm:pt>
    <dgm:pt modelId="{A06CE45B-EB90-4510-A17C-C2664BE5039E}" type="pres">
      <dgm:prSet presAssocID="{4716581B-3678-42BD-976F-D379F2D5AB24}" presName="sibTrans" presStyleCnt="0"/>
      <dgm:spPr/>
    </dgm:pt>
    <dgm:pt modelId="{CED994A3-B9E3-41C2-9334-C2D83CFF6BCB}" type="pres">
      <dgm:prSet presAssocID="{79FF2ABF-0FA8-46BB-B4FB-9A7EC287AE75}" presName="compNode" presStyleCnt="0"/>
      <dgm:spPr/>
    </dgm:pt>
    <dgm:pt modelId="{4D7C151F-FEC0-4A07-B248-8C2C054557BE}" type="pres">
      <dgm:prSet presAssocID="{79FF2ABF-0FA8-46BB-B4FB-9A7EC287AE75}" presName="iconBgRect" presStyleLbl="bgShp" presStyleIdx="3" presStyleCnt="6"/>
      <dgm:spPr/>
    </dgm:pt>
    <dgm:pt modelId="{66AEC356-9745-4556-836F-C665B426D1A6}" type="pres">
      <dgm:prSet presAssocID="{79FF2ABF-0FA8-46BB-B4FB-9A7EC287AE75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5775B35-DABC-4DB2-B50C-062931DD386D}" type="pres">
      <dgm:prSet presAssocID="{79FF2ABF-0FA8-46BB-B4FB-9A7EC287AE75}" presName="spaceRect" presStyleCnt="0"/>
      <dgm:spPr/>
    </dgm:pt>
    <dgm:pt modelId="{F2E0646C-F8BC-4AA9-B55A-9C0F500863E5}" type="pres">
      <dgm:prSet presAssocID="{79FF2ABF-0FA8-46BB-B4FB-9A7EC287AE75}" presName="textRect" presStyleLbl="revTx" presStyleIdx="3" presStyleCnt="6">
        <dgm:presLayoutVars>
          <dgm:chMax val="1"/>
          <dgm:chPref val="1"/>
        </dgm:presLayoutVars>
      </dgm:prSet>
      <dgm:spPr/>
    </dgm:pt>
    <dgm:pt modelId="{4BB599AD-059A-4353-8F92-87A3807530F3}" type="pres">
      <dgm:prSet presAssocID="{4878E09A-6319-4901-AE2B-E32E90D21342}" presName="sibTrans" presStyleCnt="0"/>
      <dgm:spPr/>
    </dgm:pt>
    <dgm:pt modelId="{AC371E67-F228-42B7-B4C3-8B1D5740ADFC}" type="pres">
      <dgm:prSet presAssocID="{2A3FF634-1739-4933-A8B1-2B49FB00D78C}" presName="compNode" presStyleCnt="0"/>
      <dgm:spPr/>
    </dgm:pt>
    <dgm:pt modelId="{E04C9BAE-EDB8-43FC-A044-AA5CBA07ACC1}" type="pres">
      <dgm:prSet presAssocID="{2A3FF634-1739-4933-A8B1-2B49FB00D78C}" presName="iconBgRect" presStyleLbl="bgShp" presStyleIdx="4" presStyleCnt="6"/>
      <dgm:spPr/>
    </dgm:pt>
    <dgm:pt modelId="{D4059579-005B-4378-925D-3EBB9EC78F1C}" type="pres">
      <dgm:prSet presAssocID="{2A3FF634-1739-4933-A8B1-2B49FB00D78C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dio microphone"/>
        </a:ext>
      </dgm:extLst>
    </dgm:pt>
    <dgm:pt modelId="{08697142-B922-4CEE-AD41-34672B0F9C85}" type="pres">
      <dgm:prSet presAssocID="{2A3FF634-1739-4933-A8B1-2B49FB00D78C}" presName="spaceRect" presStyleCnt="0"/>
      <dgm:spPr/>
    </dgm:pt>
    <dgm:pt modelId="{047FC006-EEE6-4DA2-A3BF-1B99C9E8B2BC}" type="pres">
      <dgm:prSet presAssocID="{2A3FF634-1739-4933-A8B1-2B49FB00D78C}" presName="textRect" presStyleLbl="revTx" presStyleIdx="4" presStyleCnt="6">
        <dgm:presLayoutVars>
          <dgm:chMax val="1"/>
          <dgm:chPref val="1"/>
        </dgm:presLayoutVars>
      </dgm:prSet>
      <dgm:spPr/>
    </dgm:pt>
    <dgm:pt modelId="{C9EAAFBB-9090-427D-B941-3289604DCEBE}" type="pres">
      <dgm:prSet presAssocID="{C099F2A7-4723-432D-8F16-77989996EE40}" presName="sibTrans" presStyleCnt="0"/>
      <dgm:spPr/>
    </dgm:pt>
    <dgm:pt modelId="{0FC081FB-BC7F-4014-B408-5361CA2F044B}" type="pres">
      <dgm:prSet presAssocID="{5E601E84-2CB2-47BA-B5A5-C6E4824B3179}" presName="compNode" presStyleCnt="0"/>
      <dgm:spPr/>
    </dgm:pt>
    <dgm:pt modelId="{4E8F5000-2C82-4B82-B52B-12B0F42F2376}" type="pres">
      <dgm:prSet presAssocID="{5E601E84-2CB2-47BA-B5A5-C6E4824B3179}" presName="iconBgRect" presStyleLbl="bgShp" presStyleIdx="5" presStyleCnt="6"/>
      <dgm:spPr/>
    </dgm:pt>
    <dgm:pt modelId="{B20B70A9-9784-469D-B2D0-A892BB1DB09D}" type="pres">
      <dgm:prSet presAssocID="{5E601E84-2CB2-47BA-B5A5-C6E4824B317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7CB225-89E5-4038-9ADA-CEE5FF28A103}" type="pres">
      <dgm:prSet presAssocID="{5E601E84-2CB2-47BA-B5A5-C6E4824B3179}" presName="spaceRect" presStyleCnt="0"/>
      <dgm:spPr/>
    </dgm:pt>
    <dgm:pt modelId="{AD606F66-7150-451B-9B89-0CBC4FDB0E29}" type="pres">
      <dgm:prSet presAssocID="{5E601E84-2CB2-47BA-B5A5-C6E4824B317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FA211C0E-03A8-4CF4-9374-DB7AF8905425}" srcId="{1CCD2629-E260-4D42-9C0C-8A036E4ABCEF}" destId="{2A3FF634-1739-4933-A8B1-2B49FB00D78C}" srcOrd="4" destOrd="0" parTransId="{218218E1-8E73-48B0-A868-B042B9CAE342}" sibTransId="{C099F2A7-4723-432D-8F16-77989996EE40}"/>
    <dgm:cxn modelId="{95576D5B-A470-4654-9483-454FBE57252A}" srcId="{1CCD2629-E260-4D42-9C0C-8A036E4ABCEF}" destId="{5E601E84-2CB2-47BA-B5A5-C6E4824B3179}" srcOrd="5" destOrd="0" parTransId="{6996DED8-88D9-4A4F-9AB2-497DF9EF63E1}" sibTransId="{4DBABD1D-C10F-4579-879F-FC0DF070B74B}"/>
    <dgm:cxn modelId="{D9175F67-AE00-4778-B162-609DE8C6913B}" type="presOf" srcId="{F0C4A7FE-02C4-481E-A0AD-255FD79DE6DF}" destId="{57C73A49-9CB0-40EF-B910-4FE57B7C173A}" srcOrd="0" destOrd="0" presId="urn:microsoft.com/office/officeart/2018/5/layout/IconCircleLabelList"/>
    <dgm:cxn modelId="{8889277B-A32D-4204-AD1C-9062E042E27D}" type="presOf" srcId="{2A3FF634-1739-4933-A8B1-2B49FB00D78C}" destId="{047FC006-EEE6-4DA2-A3BF-1B99C9E8B2BC}" srcOrd="0" destOrd="0" presId="urn:microsoft.com/office/officeart/2018/5/layout/IconCircleLabelList"/>
    <dgm:cxn modelId="{95CA9A83-52F4-440E-9AF8-111FA0806B7E}" srcId="{1CCD2629-E260-4D42-9C0C-8A036E4ABCEF}" destId="{004555B0-821D-489E-B901-D531ABC063E1}" srcOrd="1" destOrd="0" parTransId="{1D078612-6192-428F-A73F-6785F7A7C148}" sibTransId="{0D523188-36CE-419C-8F4E-19495B0EE9B6}"/>
    <dgm:cxn modelId="{0E79259C-20A7-4D5A-ADBC-93D2221E94FD}" type="presOf" srcId="{79FF2ABF-0FA8-46BB-B4FB-9A7EC287AE75}" destId="{F2E0646C-F8BC-4AA9-B55A-9C0F500863E5}" srcOrd="0" destOrd="0" presId="urn:microsoft.com/office/officeart/2018/5/layout/IconCircleLabelList"/>
    <dgm:cxn modelId="{5C0204A3-2CA3-4854-8855-292FC5985978}" type="presOf" srcId="{5C333E22-5D57-43E3-A081-880690A81154}" destId="{E2C7EE36-804E-40CE-BDF6-55D38F346607}" srcOrd="0" destOrd="0" presId="urn:microsoft.com/office/officeart/2018/5/layout/IconCircleLabelList"/>
    <dgm:cxn modelId="{6E7C6CC4-B44D-4781-BB9B-37288FFA323D}" srcId="{1CCD2629-E260-4D42-9C0C-8A036E4ABCEF}" destId="{F0C4A7FE-02C4-481E-A0AD-255FD79DE6DF}" srcOrd="2" destOrd="0" parTransId="{8A30343C-9ECD-43B3-80DF-FABE2E6EA9E7}" sibTransId="{4716581B-3678-42BD-976F-D379F2D5AB24}"/>
    <dgm:cxn modelId="{2A2472C4-B9B7-406B-A92A-999C916413B7}" srcId="{1CCD2629-E260-4D42-9C0C-8A036E4ABCEF}" destId="{79FF2ABF-0FA8-46BB-B4FB-9A7EC287AE75}" srcOrd="3" destOrd="0" parTransId="{D34EDAE4-9B9C-4AC7-AD36-B3BB9EC3C475}" sibTransId="{4878E09A-6319-4901-AE2B-E32E90D21342}"/>
    <dgm:cxn modelId="{6A894AD1-4A5B-4AC6-81F6-4B1A677F7864}" srcId="{1CCD2629-E260-4D42-9C0C-8A036E4ABCEF}" destId="{5C333E22-5D57-43E3-A081-880690A81154}" srcOrd="0" destOrd="0" parTransId="{8A90FAFF-7224-4741-BBC7-71EFB6BFF14D}" sibTransId="{4776D19A-1792-4640-B211-BB82E369EEB1}"/>
    <dgm:cxn modelId="{801536E4-340A-4F31-92F7-8ED0E7F27A5A}" type="presOf" srcId="{5E601E84-2CB2-47BA-B5A5-C6E4824B3179}" destId="{AD606F66-7150-451B-9B89-0CBC4FDB0E29}" srcOrd="0" destOrd="0" presId="urn:microsoft.com/office/officeart/2018/5/layout/IconCircleLabelList"/>
    <dgm:cxn modelId="{231F71F3-343F-43E7-9712-D218EFDF1371}" type="presOf" srcId="{004555B0-821D-489E-B901-D531ABC063E1}" destId="{2318C383-F6FB-4A40-8170-48F1827BE68A}" srcOrd="0" destOrd="0" presId="urn:microsoft.com/office/officeart/2018/5/layout/IconCircleLabelList"/>
    <dgm:cxn modelId="{A4D14CFB-8CB2-447A-8FAE-95FDD72130E6}" type="presOf" srcId="{1CCD2629-E260-4D42-9C0C-8A036E4ABCEF}" destId="{B3C343FA-DB9F-4B7A-A93D-48FB91D5E03C}" srcOrd="0" destOrd="0" presId="urn:microsoft.com/office/officeart/2018/5/layout/IconCircleLabelList"/>
    <dgm:cxn modelId="{56D614D0-1399-49B0-B5EB-05A43B3872DE}" type="presParOf" srcId="{B3C343FA-DB9F-4B7A-A93D-48FB91D5E03C}" destId="{1E9987B4-47D2-477D-A009-5278DD0CEC69}" srcOrd="0" destOrd="0" presId="urn:microsoft.com/office/officeart/2018/5/layout/IconCircleLabelList"/>
    <dgm:cxn modelId="{90494BC9-018F-44DF-9D28-0CCFDA24B23C}" type="presParOf" srcId="{1E9987B4-47D2-477D-A009-5278DD0CEC69}" destId="{721BFAC2-4A0B-4B23-9287-2A5EF1048CCD}" srcOrd="0" destOrd="0" presId="urn:microsoft.com/office/officeart/2018/5/layout/IconCircleLabelList"/>
    <dgm:cxn modelId="{7BF89637-5128-4823-AA58-01F6C397068A}" type="presParOf" srcId="{1E9987B4-47D2-477D-A009-5278DD0CEC69}" destId="{6F989FD0-A137-4EAE-9F3E-6CDFD490BB67}" srcOrd="1" destOrd="0" presId="urn:microsoft.com/office/officeart/2018/5/layout/IconCircleLabelList"/>
    <dgm:cxn modelId="{611B61BD-9850-412E-AE5E-93BE2315A7C9}" type="presParOf" srcId="{1E9987B4-47D2-477D-A009-5278DD0CEC69}" destId="{F90C92E2-E038-4FD4-8A1D-42F2A398FD5D}" srcOrd="2" destOrd="0" presId="urn:microsoft.com/office/officeart/2018/5/layout/IconCircleLabelList"/>
    <dgm:cxn modelId="{24A1DBC6-029B-496A-9F00-743CE8CAD7C6}" type="presParOf" srcId="{1E9987B4-47D2-477D-A009-5278DD0CEC69}" destId="{E2C7EE36-804E-40CE-BDF6-55D38F346607}" srcOrd="3" destOrd="0" presId="urn:microsoft.com/office/officeart/2018/5/layout/IconCircleLabelList"/>
    <dgm:cxn modelId="{60FDE76C-C6EA-423C-B60B-09F870E4A456}" type="presParOf" srcId="{B3C343FA-DB9F-4B7A-A93D-48FB91D5E03C}" destId="{B68EF1C9-64C5-48F7-9698-E40304275701}" srcOrd="1" destOrd="0" presId="urn:microsoft.com/office/officeart/2018/5/layout/IconCircleLabelList"/>
    <dgm:cxn modelId="{82F22FC8-C3B4-470D-A88D-4F391967BACB}" type="presParOf" srcId="{B3C343FA-DB9F-4B7A-A93D-48FB91D5E03C}" destId="{192A2EAA-75E4-4ABD-AB9B-93EC1669FC23}" srcOrd="2" destOrd="0" presId="urn:microsoft.com/office/officeart/2018/5/layout/IconCircleLabelList"/>
    <dgm:cxn modelId="{2DF3BEC5-24CA-426B-9471-AB5DE155A4A3}" type="presParOf" srcId="{192A2EAA-75E4-4ABD-AB9B-93EC1669FC23}" destId="{62A24102-9205-4ED3-ACEE-FFDC365D01E8}" srcOrd="0" destOrd="0" presId="urn:microsoft.com/office/officeart/2018/5/layout/IconCircleLabelList"/>
    <dgm:cxn modelId="{44A93283-C551-4830-AED2-D72820F116AA}" type="presParOf" srcId="{192A2EAA-75E4-4ABD-AB9B-93EC1669FC23}" destId="{A465E1C1-0DAD-427F-816A-C834D1386EAF}" srcOrd="1" destOrd="0" presId="urn:microsoft.com/office/officeart/2018/5/layout/IconCircleLabelList"/>
    <dgm:cxn modelId="{5D7A03A1-16FA-461B-B827-A80519A45AFB}" type="presParOf" srcId="{192A2EAA-75E4-4ABD-AB9B-93EC1669FC23}" destId="{C727E029-A721-43C5-B315-E98027808F95}" srcOrd="2" destOrd="0" presId="urn:microsoft.com/office/officeart/2018/5/layout/IconCircleLabelList"/>
    <dgm:cxn modelId="{4EDB207D-4E4C-4311-A1CD-32BF2E836D72}" type="presParOf" srcId="{192A2EAA-75E4-4ABD-AB9B-93EC1669FC23}" destId="{2318C383-F6FB-4A40-8170-48F1827BE68A}" srcOrd="3" destOrd="0" presId="urn:microsoft.com/office/officeart/2018/5/layout/IconCircleLabelList"/>
    <dgm:cxn modelId="{38FD8320-26FF-4C38-BBE3-09367A2FB22C}" type="presParOf" srcId="{B3C343FA-DB9F-4B7A-A93D-48FB91D5E03C}" destId="{C2F74079-AA56-41B8-A596-955B107F1638}" srcOrd="3" destOrd="0" presId="urn:microsoft.com/office/officeart/2018/5/layout/IconCircleLabelList"/>
    <dgm:cxn modelId="{02ED2B29-2739-47B8-9AA6-B8160CD3D68A}" type="presParOf" srcId="{B3C343FA-DB9F-4B7A-A93D-48FB91D5E03C}" destId="{27736225-F1EA-4600-A380-901ECC7E0543}" srcOrd="4" destOrd="0" presId="urn:microsoft.com/office/officeart/2018/5/layout/IconCircleLabelList"/>
    <dgm:cxn modelId="{2513B0D2-40E4-434F-9ADD-10157C7D48C2}" type="presParOf" srcId="{27736225-F1EA-4600-A380-901ECC7E0543}" destId="{4FA84FA6-41A2-4D08-B41D-0A5504F88569}" srcOrd="0" destOrd="0" presId="urn:microsoft.com/office/officeart/2018/5/layout/IconCircleLabelList"/>
    <dgm:cxn modelId="{06BEDA94-D9B9-4480-9D43-E6658D0FBDE8}" type="presParOf" srcId="{27736225-F1EA-4600-A380-901ECC7E0543}" destId="{9B185AD4-C7B2-4DD6-8B80-79A290C4CEE7}" srcOrd="1" destOrd="0" presId="urn:microsoft.com/office/officeart/2018/5/layout/IconCircleLabelList"/>
    <dgm:cxn modelId="{D857F511-CE8C-44AB-BBC4-3DFE4265FAD0}" type="presParOf" srcId="{27736225-F1EA-4600-A380-901ECC7E0543}" destId="{5CF87405-EC8B-4F2F-AC10-D206E52DB05D}" srcOrd="2" destOrd="0" presId="urn:microsoft.com/office/officeart/2018/5/layout/IconCircleLabelList"/>
    <dgm:cxn modelId="{0CD05798-3406-49DB-8D24-C7E888A56CE8}" type="presParOf" srcId="{27736225-F1EA-4600-A380-901ECC7E0543}" destId="{57C73A49-9CB0-40EF-B910-4FE57B7C173A}" srcOrd="3" destOrd="0" presId="urn:microsoft.com/office/officeart/2018/5/layout/IconCircleLabelList"/>
    <dgm:cxn modelId="{FC8593FF-1F59-409C-97FE-6B6D1384DE73}" type="presParOf" srcId="{B3C343FA-DB9F-4B7A-A93D-48FB91D5E03C}" destId="{A06CE45B-EB90-4510-A17C-C2664BE5039E}" srcOrd="5" destOrd="0" presId="urn:microsoft.com/office/officeart/2018/5/layout/IconCircleLabelList"/>
    <dgm:cxn modelId="{168B7DF0-8817-43E0-A31C-4B5329B371B4}" type="presParOf" srcId="{B3C343FA-DB9F-4B7A-A93D-48FB91D5E03C}" destId="{CED994A3-B9E3-41C2-9334-C2D83CFF6BCB}" srcOrd="6" destOrd="0" presId="urn:microsoft.com/office/officeart/2018/5/layout/IconCircleLabelList"/>
    <dgm:cxn modelId="{DF3921AE-9E62-4329-9288-A0506C0D03F8}" type="presParOf" srcId="{CED994A3-B9E3-41C2-9334-C2D83CFF6BCB}" destId="{4D7C151F-FEC0-4A07-B248-8C2C054557BE}" srcOrd="0" destOrd="0" presId="urn:microsoft.com/office/officeart/2018/5/layout/IconCircleLabelList"/>
    <dgm:cxn modelId="{50A5542A-CBF7-413C-A973-C13C45F72892}" type="presParOf" srcId="{CED994A3-B9E3-41C2-9334-C2D83CFF6BCB}" destId="{66AEC356-9745-4556-836F-C665B426D1A6}" srcOrd="1" destOrd="0" presId="urn:microsoft.com/office/officeart/2018/5/layout/IconCircleLabelList"/>
    <dgm:cxn modelId="{0FAD7506-77C8-4C6F-B58B-95A2BB85AD3D}" type="presParOf" srcId="{CED994A3-B9E3-41C2-9334-C2D83CFF6BCB}" destId="{D5775B35-DABC-4DB2-B50C-062931DD386D}" srcOrd="2" destOrd="0" presId="urn:microsoft.com/office/officeart/2018/5/layout/IconCircleLabelList"/>
    <dgm:cxn modelId="{4BD73E0A-D9C0-453A-BAB5-8D4F00DF9372}" type="presParOf" srcId="{CED994A3-B9E3-41C2-9334-C2D83CFF6BCB}" destId="{F2E0646C-F8BC-4AA9-B55A-9C0F500863E5}" srcOrd="3" destOrd="0" presId="urn:microsoft.com/office/officeart/2018/5/layout/IconCircleLabelList"/>
    <dgm:cxn modelId="{4B703E0D-3E68-47F3-9843-68517BB86CFD}" type="presParOf" srcId="{B3C343FA-DB9F-4B7A-A93D-48FB91D5E03C}" destId="{4BB599AD-059A-4353-8F92-87A3807530F3}" srcOrd="7" destOrd="0" presId="urn:microsoft.com/office/officeart/2018/5/layout/IconCircleLabelList"/>
    <dgm:cxn modelId="{A6502331-4939-4BA0-B36D-983B1922D1D1}" type="presParOf" srcId="{B3C343FA-DB9F-4B7A-A93D-48FB91D5E03C}" destId="{AC371E67-F228-42B7-B4C3-8B1D5740ADFC}" srcOrd="8" destOrd="0" presId="urn:microsoft.com/office/officeart/2018/5/layout/IconCircleLabelList"/>
    <dgm:cxn modelId="{3D46E1FC-90D4-435A-9E8F-2AB7BBD8EC5B}" type="presParOf" srcId="{AC371E67-F228-42B7-B4C3-8B1D5740ADFC}" destId="{E04C9BAE-EDB8-43FC-A044-AA5CBA07ACC1}" srcOrd="0" destOrd="0" presId="urn:microsoft.com/office/officeart/2018/5/layout/IconCircleLabelList"/>
    <dgm:cxn modelId="{8EE774A3-8CCA-4103-80C1-131072DD5D05}" type="presParOf" srcId="{AC371E67-F228-42B7-B4C3-8B1D5740ADFC}" destId="{D4059579-005B-4378-925D-3EBB9EC78F1C}" srcOrd="1" destOrd="0" presId="urn:microsoft.com/office/officeart/2018/5/layout/IconCircleLabelList"/>
    <dgm:cxn modelId="{AEF40E49-562D-44AD-952E-4564C829512C}" type="presParOf" srcId="{AC371E67-F228-42B7-B4C3-8B1D5740ADFC}" destId="{08697142-B922-4CEE-AD41-34672B0F9C85}" srcOrd="2" destOrd="0" presId="urn:microsoft.com/office/officeart/2018/5/layout/IconCircleLabelList"/>
    <dgm:cxn modelId="{19B2CF57-0870-4BBF-AC21-938DB32E803D}" type="presParOf" srcId="{AC371E67-F228-42B7-B4C3-8B1D5740ADFC}" destId="{047FC006-EEE6-4DA2-A3BF-1B99C9E8B2BC}" srcOrd="3" destOrd="0" presId="urn:microsoft.com/office/officeart/2018/5/layout/IconCircleLabelList"/>
    <dgm:cxn modelId="{4EFC304A-CBD1-4D5F-AD88-7A08B02CC550}" type="presParOf" srcId="{B3C343FA-DB9F-4B7A-A93D-48FB91D5E03C}" destId="{C9EAAFBB-9090-427D-B941-3289604DCEBE}" srcOrd="9" destOrd="0" presId="urn:microsoft.com/office/officeart/2018/5/layout/IconCircleLabelList"/>
    <dgm:cxn modelId="{79B596FD-FD24-4068-AF64-00EF05130101}" type="presParOf" srcId="{B3C343FA-DB9F-4B7A-A93D-48FB91D5E03C}" destId="{0FC081FB-BC7F-4014-B408-5361CA2F044B}" srcOrd="10" destOrd="0" presId="urn:microsoft.com/office/officeart/2018/5/layout/IconCircleLabelList"/>
    <dgm:cxn modelId="{E2F6E76C-6147-465E-8F5D-523267EA0D45}" type="presParOf" srcId="{0FC081FB-BC7F-4014-B408-5361CA2F044B}" destId="{4E8F5000-2C82-4B82-B52B-12B0F42F2376}" srcOrd="0" destOrd="0" presId="urn:microsoft.com/office/officeart/2018/5/layout/IconCircleLabelList"/>
    <dgm:cxn modelId="{A75CE8F0-5140-48CD-B81A-7879BD240DE1}" type="presParOf" srcId="{0FC081FB-BC7F-4014-B408-5361CA2F044B}" destId="{B20B70A9-9784-469D-B2D0-A892BB1DB09D}" srcOrd="1" destOrd="0" presId="urn:microsoft.com/office/officeart/2018/5/layout/IconCircleLabelList"/>
    <dgm:cxn modelId="{1D4CF570-1B17-49DC-BE0C-B9E6F312550B}" type="presParOf" srcId="{0FC081FB-BC7F-4014-B408-5361CA2F044B}" destId="{B47CB225-89E5-4038-9ADA-CEE5FF28A103}" srcOrd="2" destOrd="0" presId="urn:microsoft.com/office/officeart/2018/5/layout/IconCircleLabelList"/>
    <dgm:cxn modelId="{C3279C3B-4294-42AC-BCA7-206E121ACAA2}" type="presParOf" srcId="{0FC081FB-BC7F-4014-B408-5361CA2F044B}" destId="{AD606F66-7150-451B-9B89-0CBC4FDB0E2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EF786E-4C28-42F9-80AC-B32C97423F99}">
      <dsp:nvSpPr>
        <dsp:cNvPr id="0" name=""/>
        <dsp:cNvSpPr/>
      </dsp:nvSpPr>
      <dsp:spPr>
        <a:xfrm>
          <a:off x="481140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A6056-8FB1-494D-B531-6D3BBD527805}">
      <dsp:nvSpPr>
        <dsp:cNvPr id="0" name=""/>
        <dsp:cNvSpPr/>
      </dsp:nvSpPr>
      <dsp:spPr>
        <a:xfrm>
          <a:off x="2092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Project Overview:</a:t>
          </a:r>
        </a:p>
      </dsp:txBody>
      <dsp:txXfrm>
        <a:off x="2092" y="2349886"/>
        <a:ext cx="1741992" cy="696796"/>
      </dsp:txXfrm>
    </dsp:sp>
    <dsp:sp modelId="{194A0AB4-8540-448A-9D4D-E8E6CEF32168}">
      <dsp:nvSpPr>
        <dsp:cNvPr id="0" name=""/>
        <dsp:cNvSpPr/>
      </dsp:nvSpPr>
      <dsp:spPr>
        <a:xfrm>
          <a:off x="2527981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4C5264-E537-46D1-B834-DB7E5E7D1801}">
      <dsp:nvSpPr>
        <dsp:cNvPr id="0" name=""/>
        <dsp:cNvSpPr/>
      </dsp:nvSpPr>
      <dsp:spPr>
        <a:xfrm>
          <a:off x="2048933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Analyze a recorded speech signal with added noise.</a:t>
          </a:r>
        </a:p>
      </dsp:txBody>
      <dsp:txXfrm>
        <a:off x="2048933" y="2349886"/>
        <a:ext cx="1741992" cy="696796"/>
      </dsp:txXfrm>
    </dsp:sp>
    <dsp:sp modelId="{7DDA509B-19B2-43A7-99AF-604988E7E6A8}">
      <dsp:nvSpPr>
        <dsp:cNvPr id="0" name=""/>
        <dsp:cNvSpPr/>
      </dsp:nvSpPr>
      <dsp:spPr>
        <a:xfrm>
          <a:off x="457482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F1396B-E270-4498-8FB3-49905B7618AC}">
      <dsp:nvSpPr>
        <dsp:cNvPr id="0" name=""/>
        <dsp:cNvSpPr/>
      </dsp:nvSpPr>
      <dsp:spPr>
        <a:xfrm>
          <a:off x="4095774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Apply DSP techniques: band-pass filtering, compression, normalization, amplification, and final low-pass filtering.</a:t>
          </a:r>
        </a:p>
      </dsp:txBody>
      <dsp:txXfrm>
        <a:off x="4095774" y="2349886"/>
        <a:ext cx="1741992" cy="696796"/>
      </dsp:txXfrm>
    </dsp:sp>
    <dsp:sp modelId="{7C66FA57-7BD7-4661-9D8B-6117D6F3A323}">
      <dsp:nvSpPr>
        <dsp:cNvPr id="0" name=""/>
        <dsp:cNvSpPr/>
      </dsp:nvSpPr>
      <dsp:spPr>
        <a:xfrm>
          <a:off x="6621662" y="1304654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6F15BC-E8AA-4994-835C-25E993F711B6}">
      <dsp:nvSpPr>
        <dsp:cNvPr id="0" name=""/>
        <dsp:cNvSpPr/>
      </dsp:nvSpPr>
      <dsp:spPr>
        <a:xfrm>
          <a:off x="6142615" y="2349886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Evaluate results in time and frequency domains, and through spectrograms.</a:t>
          </a:r>
        </a:p>
      </dsp:txBody>
      <dsp:txXfrm>
        <a:off x="6142615" y="2349886"/>
        <a:ext cx="1741992" cy="696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AB064-0AEB-7442-96EF-51C24D2BB6A7}">
      <dsp:nvSpPr>
        <dsp:cNvPr id="0" name=""/>
        <dsp:cNvSpPr/>
      </dsp:nvSpPr>
      <dsp:spPr>
        <a:xfrm>
          <a:off x="0" y="54331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Downsampling and Spectrogram Findings:</a:t>
          </a:r>
        </a:p>
      </dsp:txBody>
      <dsp:txXfrm>
        <a:off x="62808" y="117139"/>
        <a:ext cx="4874508" cy="1161018"/>
      </dsp:txXfrm>
    </dsp:sp>
    <dsp:sp modelId="{6F8B24CF-AC41-3044-8455-31CC260DECD7}">
      <dsp:nvSpPr>
        <dsp:cNvPr id="0" name=""/>
        <dsp:cNvSpPr/>
      </dsp:nvSpPr>
      <dsp:spPr>
        <a:xfrm>
          <a:off x="0" y="1407205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Downsampled signal by factor of 4 to illustrate aliasing; observed expected spectral overlaps.</a:t>
          </a:r>
        </a:p>
      </dsp:txBody>
      <dsp:txXfrm>
        <a:off x="62808" y="1470013"/>
        <a:ext cx="4874508" cy="1161018"/>
      </dsp:txXfrm>
    </dsp:sp>
    <dsp:sp modelId="{EFBB3F0D-57F5-0D4B-B97D-16C7B2014334}">
      <dsp:nvSpPr>
        <dsp:cNvPr id="0" name=""/>
        <dsp:cNvSpPr/>
      </dsp:nvSpPr>
      <dsp:spPr>
        <a:xfrm>
          <a:off x="0" y="2760080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Spectrograms reveal the time-frequency content at each processing stage.</a:t>
          </a:r>
        </a:p>
      </dsp:txBody>
      <dsp:txXfrm>
        <a:off x="62808" y="2822888"/>
        <a:ext cx="4874508" cy="1161018"/>
      </dsp:txXfrm>
    </dsp:sp>
    <dsp:sp modelId="{29DFE425-C821-2546-AD34-C992CF66C793}">
      <dsp:nvSpPr>
        <dsp:cNvPr id="0" name=""/>
        <dsp:cNvSpPr/>
      </dsp:nvSpPr>
      <dsp:spPr>
        <a:xfrm>
          <a:off x="0" y="4112954"/>
          <a:ext cx="5000124" cy="1286634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After band-pass and low-pass filtering, speech components are well-isolated and noise is suppressed.</a:t>
          </a:r>
        </a:p>
      </dsp:txBody>
      <dsp:txXfrm>
        <a:off x="62808" y="4175762"/>
        <a:ext cx="4874508" cy="11610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BFAC2-4A0B-4B23-9287-2A5EF1048CCD}">
      <dsp:nvSpPr>
        <dsp:cNvPr id="0" name=""/>
        <dsp:cNvSpPr/>
      </dsp:nvSpPr>
      <dsp:spPr>
        <a:xfrm>
          <a:off x="917942" y="760"/>
          <a:ext cx="938232" cy="9382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89FD0-A137-4EAE-9F3E-6CDFD490BB67}">
      <dsp:nvSpPr>
        <dsp:cNvPr id="0" name=""/>
        <dsp:cNvSpPr/>
      </dsp:nvSpPr>
      <dsp:spPr>
        <a:xfrm>
          <a:off x="1117893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C7EE36-804E-40CE-BDF6-55D38F346607}">
      <dsp:nvSpPr>
        <dsp:cNvPr id="0" name=""/>
        <dsp:cNvSpPr/>
      </dsp:nvSpPr>
      <dsp:spPr>
        <a:xfrm>
          <a:off x="618016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Key Outcomes:</a:t>
          </a:r>
        </a:p>
      </dsp:txBody>
      <dsp:txXfrm>
        <a:off x="618016" y="1231229"/>
        <a:ext cx="1538085" cy="672912"/>
      </dsp:txXfrm>
    </dsp:sp>
    <dsp:sp modelId="{62A24102-9205-4ED3-ACEE-FFDC365D01E8}">
      <dsp:nvSpPr>
        <dsp:cNvPr id="0" name=""/>
        <dsp:cNvSpPr/>
      </dsp:nvSpPr>
      <dsp:spPr>
        <a:xfrm>
          <a:off x="2725193" y="760"/>
          <a:ext cx="938232" cy="93823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65E1C1-0DAD-427F-816A-C834D1386EAF}">
      <dsp:nvSpPr>
        <dsp:cNvPr id="0" name=""/>
        <dsp:cNvSpPr/>
      </dsp:nvSpPr>
      <dsp:spPr>
        <a:xfrm>
          <a:off x="2925144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18C383-F6FB-4A40-8170-48F1827BE68A}">
      <dsp:nvSpPr>
        <dsp:cNvPr id="0" name=""/>
        <dsp:cNvSpPr/>
      </dsp:nvSpPr>
      <dsp:spPr>
        <a:xfrm>
          <a:off x="2425267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Noise removal techniques significantly improved signal clarity.</a:t>
          </a:r>
        </a:p>
      </dsp:txBody>
      <dsp:txXfrm>
        <a:off x="2425267" y="1231229"/>
        <a:ext cx="1538085" cy="672912"/>
      </dsp:txXfrm>
    </dsp:sp>
    <dsp:sp modelId="{4FA84FA6-41A2-4D08-B41D-0A5504F88569}">
      <dsp:nvSpPr>
        <dsp:cNvPr id="0" name=""/>
        <dsp:cNvSpPr/>
      </dsp:nvSpPr>
      <dsp:spPr>
        <a:xfrm>
          <a:off x="4532444" y="760"/>
          <a:ext cx="938232" cy="93823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85AD4-C7B2-4DD6-8B80-79A290C4CEE7}">
      <dsp:nvSpPr>
        <dsp:cNvPr id="0" name=""/>
        <dsp:cNvSpPr/>
      </dsp:nvSpPr>
      <dsp:spPr>
        <a:xfrm>
          <a:off x="4732395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73A49-9CB0-40EF-B910-4FE57B7C173A}">
      <dsp:nvSpPr>
        <dsp:cNvPr id="0" name=""/>
        <dsp:cNvSpPr/>
      </dsp:nvSpPr>
      <dsp:spPr>
        <a:xfrm>
          <a:off x="4232518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Band-pass filtering focused on voice frequencies while eliminating outside noise bands.</a:t>
          </a:r>
        </a:p>
      </dsp:txBody>
      <dsp:txXfrm>
        <a:off x="4232518" y="1231229"/>
        <a:ext cx="1538085" cy="672912"/>
      </dsp:txXfrm>
    </dsp:sp>
    <dsp:sp modelId="{4D7C151F-FEC0-4A07-B248-8C2C054557BE}">
      <dsp:nvSpPr>
        <dsp:cNvPr id="0" name=""/>
        <dsp:cNvSpPr/>
      </dsp:nvSpPr>
      <dsp:spPr>
        <a:xfrm>
          <a:off x="6339695" y="760"/>
          <a:ext cx="938232" cy="93823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AEC356-9745-4556-836F-C665B426D1A6}">
      <dsp:nvSpPr>
        <dsp:cNvPr id="0" name=""/>
        <dsp:cNvSpPr/>
      </dsp:nvSpPr>
      <dsp:spPr>
        <a:xfrm>
          <a:off x="6539646" y="200711"/>
          <a:ext cx="538330" cy="53833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E0646C-F8BC-4AA9-B55A-9C0F500863E5}">
      <dsp:nvSpPr>
        <dsp:cNvPr id="0" name=""/>
        <dsp:cNvSpPr/>
      </dsp:nvSpPr>
      <dsp:spPr>
        <a:xfrm>
          <a:off x="6039768" y="1231229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Dynamic range compression and normalization balanced the signal’s amplitude.</a:t>
          </a:r>
        </a:p>
      </dsp:txBody>
      <dsp:txXfrm>
        <a:off x="6039768" y="1231229"/>
        <a:ext cx="1538085" cy="672912"/>
      </dsp:txXfrm>
    </dsp:sp>
    <dsp:sp modelId="{E04C9BAE-EDB8-43FC-A044-AA5CBA07ACC1}">
      <dsp:nvSpPr>
        <dsp:cNvPr id="0" name=""/>
        <dsp:cNvSpPr/>
      </dsp:nvSpPr>
      <dsp:spPr>
        <a:xfrm>
          <a:off x="2725193" y="2288663"/>
          <a:ext cx="938232" cy="93823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059579-005B-4378-925D-3EBB9EC78F1C}">
      <dsp:nvSpPr>
        <dsp:cNvPr id="0" name=""/>
        <dsp:cNvSpPr/>
      </dsp:nvSpPr>
      <dsp:spPr>
        <a:xfrm>
          <a:off x="2925144" y="2488614"/>
          <a:ext cx="538330" cy="53833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FC006-EEE6-4DA2-A3BF-1B99C9E8B2BC}">
      <dsp:nvSpPr>
        <dsp:cNvPr id="0" name=""/>
        <dsp:cNvSpPr/>
      </dsp:nvSpPr>
      <dsp:spPr>
        <a:xfrm>
          <a:off x="2425267" y="3519131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Final low-pass filtering further reduced high-frequency noise, enhancing speech intelligibility.</a:t>
          </a:r>
        </a:p>
      </dsp:txBody>
      <dsp:txXfrm>
        <a:off x="2425267" y="3519131"/>
        <a:ext cx="1538085" cy="672912"/>
      </dsp:txXfrm>
    </dsp:sp>
    <dsp:sp modelId="{4E8F5000-2C82-4B82-B52B-12B0F42F2376}">
      <dsp:nvSpPr>
        <dsp:cNvPr id="0" name=""/>
        <dsp:cNvSpPr/>
      </dsp:nvSpPr>
      <dsp:spPr>
        <a:xfrm>
          <a:off x="4532444" y="2288663"/>
          <a:ext cx="938232" cy="93823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0B70A9-9784-469D-B2D0-A892BB1DB09D}">
      <dsp:nvSpPr>
        <dsp:cNvPr id="0" name=""/>
        <dsp:cNvSpPr/>
      </dsp:nvSpPr>
      <dsp:spPr>
        <a:xfrm>
          <a:off x="4732395" y="2488614"/>
          <a:ext cx="538330" cy="53833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06F66-7150-451B-9B89-0CBC4FDB0E29}">
      <dsp:nvSpPr>
        <dsp:cNvPr id="0" name=""/>
        <dsp:cNvSpPr/>
      </dsp:nvSpPr>
      <dsp:spPr>
        <a:xfrm>
          <a:off x="4232518" y="3519131"/>
          <a:ext cx="1538085" cy="672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These DSP techniques provide a comprehensive pipeline for processing and enhancing speech signals.</a:t>
          </a:r>
        </a:p>
      </dsp:txBody>
      <dsp:txXfrm>
        <a:off x="4232518" y="3519131"/>
        <a:ext cx="1538085" cy="672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media" Target="../media/media2.wav"/><Relationship Id="rId7" Type="http://schemas.openxmlformats.org/officeDocument/2006/relationships/image" Target="../media/image10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6.xml"/><Relationship Id="rId4" Type="http://schemas.openxmlformats.org/officeDocument/2006/relationships/audio" Target="../media/media2.wa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1.png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8.png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6" Type="http://schemas.openxmlformats.org/officeDocument/2006/relationships/image" Target="../media/image1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6" Type="http://schemas.openxmlformats.org/officeDocument/2006/relationships/image" Target="../media/image1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7.wav"/><Relationship Id="rId1" Type="http://schemas.microsoft.com/office/2007/relationships/media" Target="../media/media7.wav"/><Relationship Id="rId6" Type="http://schemas.openxmlformats.org/officeDocument/2006/relationships/image" Target="../media/image11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Speech Signal Analysis: Noise Removal &amp; Processing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5481" y="591344"/>
            <a:ext cx="5179868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Digital Signal Processing Project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Group Members: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AHAD HOSSAIN HIMEL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ISLAM MD TANVIRUL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JOY NAHID HASSAN</a:t>
            </a: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AKHI JAYADA JAHAN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 &amp; Objectives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F0B053-12B7-4F39-67E7-E5B540825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357784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E6D2D34-4BB4-460B-8844-027610FB2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670183"/>
            <a:ext cx="3733482" cy="14559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dirty="0">
                <a:solidFill>
                  <a:schemeClr val="tx2"/>
                </a:solidFill>
              </a:rPr>
              <a:t>Original vs. Noisy Signal</a:t>
            </a:r>
            <a:br>
              <a:rPr lang="en-US" sz="3100" dirty="0">
                <a:solidFill>
                  <a:schemeClr val="tx2"/>
                </a:solidFill>
              </a:rPr>
            </a:br>
            <a:endParaRPr lang="en-US" sz="3100" dirty="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3503" y="1670183"/>
            <a:ext cx="2819329" cy="1698646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C5314570-9B06-4D37-8CBD-EDD67C2FA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7257560" y="-4155"/>
            <a:ext cx="1886211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204F55B-358D-4FB5-9979-6724C6415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4F77C62-9DDF-48D3-A074-159A3276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EB07022-F30B-49CA-B1DD-A826815C4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C47E16-167C-48BF-9FC9-08787D348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603504" y="3462198"/>
            <a:ext cx="2819328" cy="16986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67930" y="3212404"/>
            <a:ext cx="3733184" cy="2692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• AWGN added with SNR = 15 dB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• Added a 5 kHz sinusoidal interference to simulate hum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• Clear difference between clean and noisy signals</a:t>
            </a:r>
          </a:p>
        </p:txBody>
      </p:sp>
      <p:pic>
        <p:nvPicPr>
          <p:cNvPr id="5" name="audio_noisy">
            <a:hlinkClick r:id="" action="ppaction://media"/>
            <a:extLst>
              <a:ext uri="{FF2B5EF4-FFF2-40B4-BE49-F238E27FC236}">
                <a16:creationId xmlns:a16="http://schemas.microsoft.com/office/drawing/2014/main" id="{879EA064-6B7D-1286-6B2C-BD32F2D003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535472" y="3429000"/>
            <a:ext cx="383949" cy="383949"/>
          </a:xfrm>
          <a:prstGeom prst="rect">
            <a:avLst/>
          </a:prstGeom>
        </p:spPr>
      </p:pic>
      <p:pic>
        <p:nvPicPr>
          <p:cNvPr id="7" name="audio_original">
            <a:hlinkClick r:id="" action="ppaction://media"/>
            <a:extLst>
              <a:ext uri="{FF2B5EF4-FFF2-40B4-BE49-F238E27FC236}">
                <a16:creationId xmlns:a16="http://schemas.microsoft.com/office/drawing/2014/main" id="{21245B85-F114-4A4C-91C9-901E075A8EEF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498062" y="1670183"/>
            <a:ext cx="331546" cy="3315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4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802955"/>
            <a:ext cx="3574747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1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Frequency-Domain Analysis (FFT)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421683"/>
            <a:ext cx="3574461" cy="3353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• FFT reveals high-frequency components introduced by noise and interference.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2"/>
                </a:solidFill>
              </a:rPr>
              <a:t>• The 5 kHz tone appears as a strong spike in the spectrum.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6714"/>
            <a:ext cx="4780320" cy="6874714"/>
            <a:chOff x="5818240" y="-1"/>
            <a:chExt cx="6373761" cy="6874714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402741" y="1793598"/>
            <a:ext cx="3989208" cy="2403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208" y="-1"/>
            <a:ext cx="91437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38329"/>
            <a:ext cx="7935126" cy="47548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defTabSz="914400">
              <a:lnSpc>
                <a:spcPct val="90000"/>
              </a:lnSpc>
            </a:pPr>
            <a:r>
              <a:rPr lang="en-US" sz="3100">
                <a:solidFill>
                  <a:schemeClr val="tx2"/>
                </a:solidFill>
              </a:rPr>
              <a:t>Band-Pass Filtering</a:t>
            </a:r>
            <a:endParaRPr lang="en-US" sz="3100" dirty="0">
              <a:solidFill>
                <a:schemeClr val="tx2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449307" y="442101"/>
            <a:ext cx="2514948" cy="1630750"/>
            <a:chOff x="-305" y="-4155"/>
            <a:chExt cx="2514948" cy="2174333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4839885" y="3428999"/>
            <a:ext cx="3771900" cy="1773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chemeClr val="tx2"/>
                </a:solidFill>
              </a:rPr>
              <a:t>• Applied a Hamming-windowed FIR band-pass filter (Order 200).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>
              <a:solidFill>
                <a:schemeClr val="tx2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chemeClr val="tx2"/>
                </a:solidFill>
              </a:rPr>
              <a:t>• Passed frequencies between 300 Hz and 3400 Hz (voice band).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500">
                <a:solidFill>
                  <a:schemeClr val="tx2"/>
                </a:solidFill>
              </a:rPr>
              <a:t>• Removed low-frequency hum and high-frequency noise.</a:t>
            </a:r>
            <a:endParaRPr lang="en-US" sz="1500" dirty="0">
              <a:solidFill>
                <a:schemeClr val="tx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02499" y="944989"/>
            <a:ext cx="3874770" cy="2334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8A5AED-F46C-8629-6300-18A5BF2804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860" y="944988"/>
            <a:ext cx="3874770" cy="2334550"/>
          </a:xfrm>
          <a:prstGeom prst="rect">
            <a:avLst/>
          </a:prstGeom>
        </p:spPr>
      </p:pic>
      <p:pic>
        <p:nvPicPr>
          <p:cNvPr id="7" name="Picture 6" descr="A close-up of a spectrum&#10;&#10;AI-generated content may be incorrect.">
            <a:extLst>
              <a:ext uri="{FF2B5EF4-FFF2-40B4-BE49-F238E27FC236}">
                <a16:creationId xmlns:a16="http://schemas.microsoft.com/office/drawing/2014/main" id="{929EE919-9945-315A-5717-9DD3788021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499" y="3365893"/>
            <a:ext cx="3874770" cy="2663049"/>
          </a:xfrm>
          <a:prstGeom prst="rect">
            <a:avLst/>
          </a:prstGeom>
        </p:spPr>
      </p:pic>
      <p:pic>
        <p:nvPicPr>
          <p:cNvPr id="8" name="audio_bandpass">
            <a:hlinkClick r:id="" action="ppaction://media"/>
            <a:extLst>
              <a:ext uri="{FF2B5EF4-FFF2-40B4-BE49-F238E27FC236}">
                <a16:creationId xmlns:a16="http://schemas.microsoft.com/office/drawing/2014/main" id="{ECA02B54-ECAE-1918-78A8-8034841EF5F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842516" y="5420867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337" y="395601"/>
            <a:ext cx="8373060" cy="5653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800" dirty="0"/>
              <a:t>Dynamic Range Compression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1825" y="3983900"/>
            <a:ext cx="4111132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• Compression: Signals above threshold (0.3) compressed with ratio 4:1.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• Results: Reduced dynamic range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1B9572-8E34-C40F-7438-A53689EFE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824" y="1100322"/>
            <a:ext cx="4111132" cy="27441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785301" y="1124936"/>
            <a:ext cx="3990893" cy="2495744"/>
          </a:xfrm>
          <a:prstGeom prst="rect">
            <a:avLst/>
          </a:prstGeom>
        </p:spPr>
      </p:pic>
      <p:pic>
        <p:nvPicPr>
          <p:cNvPr id="4" name="audio_compressed">
            <a:hlinkClick r:id="" action="ppaction://media"/>
            <a:extLst>
              <a:ext uri="{FF2B5EF4-FFF2-40B4-BE49-F238E27FC236}">
                <a16:creationId xmlns:a16="http://schemas.microsoft.com/office/drawing/2014/main" id="{CD7D18CC-8F7E-56A3-6474-700EC32F108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89729" y="6030242"/>
            <a:ext cx="609600" cy="609600"/>
          </a:xfrm>
          <a:prstGeom prst="rect">
            <a:avLst/>
          </a:prstGeom>
        </p:spPr>
      </p:pic>
      <p:pic>
        <p:nvPicPr>
          <p:cNvPr id="8" name="Picture 7" descr="A close-up of a graph&#10;&#10;AI-generated content may be incorrect.">
            <a:extLst>
              <a:ext uri="{FF2B5EF4-FFF2-40B4-BE49-F238E27FC236}">
                <a16:creationId xmlns:a16="http://schemas.microsoft.com/office/drawing/2014/main" id="{AD76E970-9A18-B593-98A2-70B2DF5F5B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5301" y="3784693"/>
            <a:ext cx="3990893" cy="2391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D504B3E-2155-480C-A1E5-DBFD02C55B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A45D6-AF8A-EE30-A1AA-02C4C9B5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586822"/>
            <a:ext cx="265404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Dynamic Range Normalization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419B6A-2E06-7DE9-8D4F-91A294E62F0F}"/>
              </a:ext>
            </a:extLst>
          </p:cNvPr>
          <p:cNvSpPr txBox="1"/>
          <p:nvPr/>
        </p:nvSpPr>
        <p:spPr>
          <a:xfrm>
            <a:off x="4011930" y="586822"/>
            <a:ext cx="4505706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• Normalization: Scaling signal to target peak of 0.9.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• Result: controlled peaks, balanced overall amplitude.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33787D-352A-33D6-5803-3197DDFF4F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627" r="27255" b="1"/>
          <a:stretch>
            <a:fillRect/>
          </a:stretch>
        </p:blipFill>
        <p:spPr>
          <a:xfrm>
            <a:off x="415812" y="2590717"/>
            <a:ext cx="3244949" cy="32095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8012E7-EFB6-359B-A15B-452581E57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8154" y="2581573"/>
            <a:ext cx="5195415" cy="2743200"/>
          </a:xfrm>
          <a:prstGeom prst="rect">
            <a:avLst/>
          </a:prstGeom>
        </p:spPr>
      </p:pic>
      <p:pic>
        <p:nvPicPr>
          <p:cNvPr id="5" name="audio_normalized">
            <a:hlinkClick r:id="" action="ppaction://media"/>
            <a:extLst>
              <a:ext uri="{FF2B5EF4-FFF2-40B4-BE49-F238E27FC236}">
                <a16:creationId xmlns:a16="http://schemas.microsoft.com/office/drawing/2014/main" id="{45693FD0-CCE6-F307-A19A-2A6EB23B08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110923" y="5533234"/>
            <a:ext cx="534053" cy="53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457200"/>
            <a:ext cx="325755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/>
              <a:t>Amplification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159251" y="1415034"/>
            <a:ext cx="1554480" cy="13716"/>
          </a:xfrm>
          <a:custGeom>
            <a:avLst/>
            <a:gdLst>
              <a:gd name="connsiteX0" fmla="*/ 0 w 1554480"/>
              <a:gd name="connsiteY0" fmla="*/ 0 h 13716"/>
              <a:gd name="connsiteX1" fmla="*/ 549250 w 1554480"/>
              <a:gd name="connsiteY1" fmla="*/ 0 h 13716"/>
              <a:gd name="connsiteX2" fmla="*/ 1082954 w 1554480"/>
              <a:gd name="connsiteY2" fmla="*/ 0 h 13716"/>
              <a:gd name="connsiteX3" fmla="*/ 1554480 w 1554480"/>
              <a:gd name="connsiteY3" fmla="*/ 0 h 13716"/>
              <a:gd name="connsiteX4" fmla="*/ 1554480 w 1554480"/>
              <a:gd name="connsiteY4" fmla="*/ 13716 h 13716"/>
              <a:gd name="connsiteX5" fmla="*/ 1067410 w 1554480"/>
              <a:gd name="connsiteY5" fmla="*/ 13716 h 13716"/>
              <a:gd name="connsiteX6" fmla="*/ 549250 w 1554480"/>
              <a:gd name="connsiteY6" fmla="*/ 13716 h 13716"/>
              <a:gd name="connsiteX7" fmla="*/ 0 w 1554480"/>
              <a:gd name="connsiteY7" fmla="*/ 13716 h 13716"/>
              <a:gd name="connsiteX8" fmla="*/ 0 w 1554480"/>
              <a:gd name="connsiteY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155947" y="457200"/>
            <a:ext cx="4505706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900"/>
              <a:t>• Amplification: Increased loudness with gain 1.5 and avoided clipping.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3202" y="2386584"/>
            <a:ext cx="4101084" cy="24709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06F556-6751-8EF0-A7EC-772A867C98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2386584"/>
            <a:ext cx="4101084" cy="2470904"/>
          </a:xfrm>
          <a:prstGeom prst="rect">
            <a:avLst/>
          </a:prstGeom>
        </p:spPr>
      </p:pic>
      <p:pic>
        <p:nvPicPr>
          <p:cNvPr id="4" name="audio_amplified">
            <a:hlinkClick r:id="" action="ppaction://media"/>
            <a:extLst>
              <a:ext uri="{FF2B5EF4-FFF2-40B4-BE49-F238E27FC236}">
                <a16:creationId xmlns:a16="http://schemas.microsoft.com/office/drawing/2014/main" id="{763EB086-B963-3C23-42B9-CD8AAD91DF5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66057" y="5248144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85E1BDC-A9B0-4A87-82E3-F3187F69A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90C621-3B8B-4820-8328-D47EF7CE8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087888-E08E-977F-9D5A-FA49FCF4E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670" y="586822"/>
            <a:ext cx="2743200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/>
              <a:t>Final Low-Pass Filtering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A2385B-1D2A-4E17-84FA-6CB7F0AAE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91F2F-79DB-4CC0-9FA1-001E3E91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3B750-53CA-3FB8-B5E1-99ECD0B4FBDD}"/>
              </a:ext>
            </a:extLst>
          </p:cNvPr>
          <p:cNvSpPr txBox="1"/>
          <p:nvPr/>
        </p:nvSpPr>
        <p:spPr>
          <a:xfrm>
            <a:off x="3937579" y="586822"/>
            <a:ext cx="4580057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• Final Low-Pass Filter: FIR low-pass (Order 250) with 2 kHz cutoff to further reduce 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 	high-frequency noise.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/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• Enhanced clarity with minimal residual noise.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2F7A3B-2ED9-77BB-6DE3-737882C20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8337" y="2767579"/>
            <a:ext cx="4111132" cy="24769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EA9D89-DC2B-4819-5F95-BCC591B0E9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4533" y="3044109"/>
            <a:ext cx="4142312" cy="1923897"/>
          </a:xfrm>
          <a:prstGeom prst="rect">
            <a:avLst/>
          </a:prstGeom>
        </p:spPr>
      </p:pic>
      <p:pic>
        <p:nvPicPr>
          <p:cNvPr id="4" name="audio_lowpass_final">
            <a:hlinkClick r:id="" action="ppaction://media"/>
            <a:extLst>
              <a:ext uri="{FF2B5EF4-FFF2-40B4-BE49-F238E27FC236}">
                <a16:creationId xmlns:a16="http://schemas.microsoft.com/office/drawing/2014/main" id="{322DF0DD-60D7-F6A1-25B7-22635CA3684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224669" y="574646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700">
                <a:solidFill>
                  <a:srgbClr val="FFFFFF"/>
                </a:solidFill>
              </a:rPr>
              <a:t>Downsampling &amp; Spectrogram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BF84459-9719-417E-16DA-E2610CEC5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008658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Conclusion &amp; Observations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EA79E408-4490-7884-2823-48FAD19F11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96424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AA7E5-6EFB-1CA7-2EB2-8F9BA05A3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0148" y="818984"/>
            <a:ext cx="4947184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53E07-399F-9A09-0E05-A41225C422F4}"/>
              </a:ext>
            </a:extLst>
          </p:cNvPr>
          <p:cNvSpPr txBox="1"/>
          <p:nvPr/>
        </p:nvSpPr>
        <p:spPr>
          <a:xfrm>
            <a:off x="3445459" y="2201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2779581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386</Words>
  <Application>Microsoft Office PowerPoint</Application>
  <PresentationFormat>On-screen Show (4:3)</PresentationFormat>
  <Paragraphs>52</Paragraphs>
  <Slides>12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Speech Signal Analysis: Noise Removal &amp; Processing</vt:lpstr>
      <vt:lpstr>Introduction &amp; Objectives</vt:lpstr>
      <vt:lpstr>Original vs. Noisy Signal </vt:lpstr>
      <vt:lpstr>Frequency-Domain Analysis (FFT)</vt:lpstr>
      <vt:lpstr>Band-Pass Filtering</vt:lpstr>
      <vt:lpstr>Dynamic Range Compression</vt:lpstr>
      <vt:lpstr>Dynamic Range Normalization</vt:lpstr>
      <vt:lpstr>Amplification</vt:lpstr>
      <vt:lpstr>Final Low-Pass Filtering</vt:lpstr>
      <vt:lpstr>Downsampling &amp; Spectrogram Analysis</vt:lpstr>
      <vt:lpstr>Conclusion &amp; Observations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AHAD HOSSAIN HIMEL</cp:lastModifiedBy>
  <cp:revision>3</cp:revision>
  <cp:lastPrinted>2025-11-30T18:27:44Z</cp:lastPrinted>
  <dcterms:created xsi:type="dcterms:W3CDTF">2013-01-27T09:14:16Z</dcterms:created>
  <dcterms:modified xsi:type="dcterms:W3CDTF">2025-12-01T07:25:07Z</dcterms:modified>
  <cp:category/>
</cp:coreProperties>
</file>